
<file path=[Content_Types].xml><?xml version="1.0" encoding="utf-8"?>
<Types xmlns="http://schemas.openxmlformats.org/package/2006/content-types">
  <Default ContentType="application/x-fontdata" Extension="fntdata"/>
  <Default ContentType="image/gif" Extension="gif"/>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Lst>
  <p:sldSz cy="32918400" cx="43891200"/>
  <p:notesSz cx="6858000" cy="9144000"/>
  <p:embeddedFontLst>
    <p:embeddedFont>
      <p:font typeface="Open Sans Medium"/>
      <p:regular r:id="rId7"/>
      <p:bold r:id="rId8"/>
      <p:italic r:id="rId9"/>
      <p:boldItalic r:id="rId10"/>
    </p:embeddedFont>
    <p:embeddedFont>
      <p:font typeface="Bree Serif"/>
      <p:regular r:id="rId11"/>
    </p:embeddedFont>
    <p:embeddedFont>
      <p:font typeface="Open Sans"/>
      <p:regular r:id="rId12"/>
      <p:bold r:id="rId13"/>
      <p:italic r:id="rId14"/>
      <p:boldItalic r:id="rId1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0368">
          <p15:clr>
            <a:srgbClr val="747775"/>
          </p15:clr>
        </p15:guide>
        <p15:guide id="2" pos="13824">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0368" orient="horz"/>
        <p:guide pos="13824"/>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font" Target="fonts/BreeSerif-regular.fntdata"/><Relationship Id="rId10" Type="http://schemas.openxmlformats.org/officeDocument/2006/relationships/font" Target="fonts/OpenSansMedium-boldItalic.fntdata"/><Relationship Id="rId13" Type="http://schemas.openxmlformats.org/officeDocument/2006/relationships/font" Target="fonts/OpenSans-bold.fntdata"/><Relationship Id="rId12" Type="http://schemas.openxmlformats.org/officeDocument/2006/relationships/font" Target="fonts/OpenSans-regular.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font" Target="fonts/OpenSansMedium-italic.fntdata"/><Relationship Id="rId15" Type="http://schemas.openxmlformats.org/officeDocument/2006/relationships/font" Target="fonts/OpenSans-boldItalic.fntdata"/><Relationship Id="rId14" Type="http://schemas.openxmlformats.org/officeDocument/2006/relationships/font" Target="fonts/OpenSans-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font" Target="fonts/OpenSansMedium-regular.fntdata"/><Relationship Id="rId8" Type="http://schemas.openxmlformats.org/officeDocument/2006/relationships/font" Target="fonts/OpenSansMedium-bold.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g3d558fd219f_0_12: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g3d558fd219f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1496200" y="4765280"/>
            <a:ext cx="40899000" cy="13136700"/>
          </a:xfrm>
          <a:prstGeom prst="rect">
            <a:avLst/>
          </a:prstGeom>
        </p:spPr>
        <p:txBody>
          <a:bodyPr anchorCtr="0" anchor="b" bIns="487600" lIns="487600" spcFirstLastPara="1" rIns="487600" wrap="square" tIns="487600">
            <a:normAutofit/>
          </a:bodyPr>
          <a:lstStyle>
            <a:lvl1pPr lvl="0" algn="ctr">
              <a:spcBef>
                <a:spcPts val="0"/>
              </a:spcBef>
              <a:spcAft>
                <a:spcPts val="0"/>
              </a:spcAft>
              <a:buSzPts val="27733"/>
              <a:buNone/>
              <a:defRPr sz="27733"/>
            </a:lvl1pPr>
            <a:lvl2pPr lvl="1" algn="ctr">
              <a:spcBef>
                <a:spcPts val="0"/>
              </a:spcBef>
              <a:spcAft>
                <a:spcPts val="0"/>
              </a:spcAft>
              <a:buSzPts val="27733"/>
              <a:buNone/>
              <a:defRPr sz="27733"/>
            </a:lvl2pPr>
            <a:lvl3pPr lvl="2" algn="ctr">
              <a:spcBef>
                <a:spcPts val="0"/>
              </a:spcBef>
              <a:spcAft>
                <a:spcPts val="0"/>
              </a:spcAft>
              <a:buSzPts val="27733"/>
              <a:buNone/>
              <a:defRPr sz="27733"/>
            </a:lvl3pPr>
            <a:lvl4pPr lvl="3" algn="ctr">
              <a:spcBef>
                <a:spcPts val="0"/>
              </a:spcBef>
              <a:spcAft>
                <a:spcPts val="0"/>
              </a:spcAft>
              <a:buSzPts val="27733"/>
              <a:buNone/>
              <a:defRPr sz="27733"/>
            </a:lvl4pPr>
            <a:lvl5pPr lvl="4" algn="ctr">
              <a:spcBef>
                <a:spcPts val="0"/>
              </a:spcBef>
              <a:spcAft>
                <a:spcPts val="0"/>
              </a:spcAft>
              <a:buSzPts val="27733"/>
              <a:buNone/>
              <a:defRPr sz="27733"/>
            </a:lvl5pPr>
            <a:lvl6pPr lvl="5" algn="ctr">
              <a:spcBef>
                <a:spcPts val="0"/>
              </a:spcBef>
              <a:spcAft>
                <a:spcPts val="0"/>
              </a:spcAft>
              <a:buSzPts val="27733"/>
              <a:buNone/>
              <a:defRPr sz="27733"/>
            </a:lvl6pPr>
            <a:lvl7pPr lvl="6" algn="ctr">
              <a:spcBef>
                <a:spcPts val="0"/>
              </a:spcBef>
              <a:spcAft>
                <a:spcPts val="0"/>
              </a:spcAft>
              <a:buSzPts val="27733"/>
              <a:buNone/>
              <a:defRPr sz="27733"/>
            </a:lvl7pPr>
            <a:lvl8pPr lvl="7" algn="ctr">
              <a:spcBef>
                <a:spcPts val="0"/>
              </a:spcBef>
              <a:spcAft>
                <a:spcPts val="0"/>
              </a:spcAft>
              <a:buSzPts val="27733"/>
              <a:buNone/>
              <a:defRPr sz="27733"/>
            </a:lvl8pPr>
            <a:lvl9pPr lvl="8" algn="ctr">
              <a:spcBef>
                <a:spcPts val="0"/>
              </a:spcBef>
              <a:spcAft>
                <a:spcPts val="0"/>
              </a:spcAft>
              <a:buSzPts val="27733"/>
              <a:buNone/>
              <a:defRPr sz="27733"/>
            </a:lvl9pPr>
          </a:lstStyle>
          <a:p/>
        </p:txBody>
      </p:sp>
      <p:sp>
        <p:nvSpPr>
          <p:cNvPr id="11" name="Google Shape;11;p2"/>
          <p:cNvSpPr txBox="1"/>
          <p:nvPr>
            <p:ph idx="1" type="subTitle"/>
          </p:nvPr>
        </p:nvSpPr>
        <p:spPr>
          <a:xfrm>
            <a:off x="1496160" y="18138400"/>
            <a:ext cx="40899000" cy="5072700"/>
          </a:xfrm>
          <a:prstGeom prst="rect">
            <a:avLst/>
          </a:prstGeom>
        </p:spPr>
        <p:txBody>
          <a:bodyPr anchorCtr="0" anchor="t" bIns="487600" lIns="487600" spcFirstLastPara="1" rIns="487600" wrap="square" tIns="487600">
            <a:normAutofit/>
          </a:bodyPr>
          <a:lstStyle>
            <a:lvl1pPr lvl="0" algn="ctr">
              <a:lnSpc>
                <a:spcPct val="100000"/>
              </a:lnSpc>
              <a:spcBef>
                <a:spcPts val="0"/>
              </a:spcBef>
              <a:spcAft>
                <a:spcPts val="0"/>
              </a:spcAft>
              <a:buSzPts val="14933"/>
              <a:buNone/>
              <a:defRPr sz="14933"/>
            </a:lvl1pPr>
            <a:lvl2pPr lvl="1" algn="ctr">
              <a:lnSpc>
                <a:spcPct val="100000"/>
              </a:lnSpc>
              <a:spcBef>
                <a:spcPts val="0"/>
              </a:spcBef>
              <a:spcAft>
                <a:spcPts val="0"/>
              </a:spcAft>
              <a:buSzPts val="14933"/>
              <a:buNone/>
              <a:defRPr sz="14933"/>
            </a:lvl2pPr>
            <a:lvl3pPr lvl="2" algn="ctr">
              <a:lnSpc>
                <a:spcPct val="100000"/>
              </a:lnSpc>
              <a:spcBef>
                <a:spcPts val="0"/>
              </a:spcBef>
              <a:spcAft>
                <a:spcPts val="0"/>
              </a:spcAft>
              <a:buSzPts val="14933"/>
              <a:buNone/>
              <a:defRPr sz="14933"/>
            </a:lvl3pPr>
            <a:lvl4pPr lvl="3" algn="ctr">
              <a:lnSpc>
                <a:spcPct val="100000"/>
              </a:lnSpc>
              <a:spcBef>
                <a:spcPts val="0"/>
              </a:spcBef>
              <a:spcAft>
                <a:spcPts val="0"/>
              </a:spcAft>
              <a:buSzPts val="14933"/>
              <a:buNone/>
              <a:defRPr sz="14933"/>
            </a:lvl4pPr>
            <a:lvl5pPr lvl="4" algn="ctr">
              <a:lnSpc>
                <a:spcPct val="100000"/>
              </a:lnSpc>
              <a:spcBef>
                <a:spcPts val="0"/>
              </a:spcBef>
              <a:spcAft>
                <a:spcPts val="0"/>
              </a:spcAft>
              <a:buSzPts val="14933"/>
              <a:buNone/>
              <a:defRPr sz="14933"/>
            </a:lvl5pPr>
            <a:lvl6pPr lvl="5" algn="ctr">
              <a:lnSpc>
                <a:spcPct val="100000"/>
              </a:lnSpc>
              <a:spcBef>
                <a:spcPts val="0"/>
              </a:spcBef>
              <a:spcAft>
                <a:spcPts val="0"/>
              </a:spcAft>
              <a:buSzPts val="14933"/>
              <a:buNone/>
              <a:defRPr sz="14933"/>
            </a:lvl6pPr>
            <a:lvl7pPr lvl="6" algn="ctr">
              <a:lnSpc>
                <a:spcPct val="100000"/>
              </a:lnSpc>
              <a:spcBef>
                <a:spcPts val="0"/>
              </a:spcBef>
              <a:spcAft>
                <a:spcPts val="0"/>
              </a:spcAft>
              <a:buSzPts val="14933"/>
              <a:buNone/>
              <a:defRPr sz="14933"/>
            </a:lvl7pPr>
            <a:lvl8pPr lvl="7" algn="ctr">
              <a:lnSpc>
                <a:spcPct val="100000"/>
              </a:lnSpc>
              <a:spcBef>
                <a:spcPts val="0"/>
              </a:spcBef>
              <a:spcAft>
                <a:spcPts val="0"/>
              </a:spcAft>
              <a:buSzPts val="14933"/>
              <a:buNone/>
              <a:defRPr sz="14933"/>
            </a:lvl8pPr>
            <a:lvl9pPr lvl="8" algn="ctr">
              <a:lnSpc>
                <a:spcPct val="100000"/>
              </a:lnSpc>
              <a:spcBef>
                <a:spcPts val="0"/>
              </a:spcBef>
              <a:spcAft>
                <a:spcPts val="0"/>
              </a:spcAft>
              <a:buSzPts val="14933"/>
              <a:buNone/>
              <a:defRPr sz="14933"/>
            </a:lvl9pPr>
          </a:lstStyle>
          <a:p/>
        </p:txBody>
      </p:sp>
      <p:sp>
        <p:nvSpPr>
          <p:cNvPr id="12" name="Google Shape;12;p2"/>
          <p:cNvSpPr txBox="1"/>
          <p:nvPr>
            <p:ph idx="12" type="sldNum"/>
          </p:nvPr>
        </p:nvSpPr>
        <p:spPr>
          <a:xfrm>
            <a:off x="40667798" y="29844588"/>
            <a:ext cx="2633700" cy="2519100"/>
          </a:xfrm>
          <a:prstGeom prst="rect">
            <a:avLst/>
          </a:prstGeom>
        </p:spPr>
        <p:txBody>
          <a:bodyPr anchorCtr="0" anchor="ctr" bIns="487600" lIns="487600" spcFirstLastPara="1" rIns="487600" wrap="square" tIns="487600">
            <a:normAutofit/>
          </a:bodyPr>
          <a:lstStyle>
            <a:lvl1pPr lvl="0">
              <a:buNone/>
              <a:defRPr sz="5333"/>
            </a:lvl1pPr>
            <a:lvl2pPr lvl="1">
              <a:buNone/>
              <a:defRPr sz="5333"/>
            </a:lvl2pPr>
            <a:lvl3pPr lvl="2">
              <a:buNone/>
              <a:defRPr sz="5333"/>
            </a:lvl3pPr>
            <a:lvl4pPr lvl="3">
              <a:buNone/>
              <a:defRPr sz="5333"/>
            </a:lvl4pPr>
            <a:lvl5pPr lvl="4">
              <a:buNone/>
              <a:defRPr sz="5333"/>
            </a:lvl5pPr>
            <a:lvl6pPr lvl="5">
              <a:buNone/>
              <a:defRPr sz="5333"/>
            </a:lvl6pPr>
            <a:lvl7pPr lvl="6">
              <a:buNone/>
              <a:defRPr sz="5333"/>
            </a:lvl7pPr>
            <a:lvl8pPr lvl="7">
              <a:buNone/>
              <a:defRPr sz="5333"/>
            </a:lvl8pPr>
            <a:lvl9pPr lvl="8">
              <a:buNone/>
              <a:defRPr sz="5333"/>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1496160" y="13765440"/>
            <a:ext cx="40899000" cy="5387400"/>
          </a:xfrm>
          <a:prstGeom prst="rect">
            <a:avLst/>
          </a:prstGeom>
        </p:spPr>
        <p:txBody>
          <a:bodyPr anchorCtr="0" anchor="ctr" bIns="487600" lIns="487600" spcFirstLastPara="1" rIns="487600" wrap="square" tIns="487600">
            <a:normAutofit/>
          </a:bodyPr>
          <a:lstStyle>
            <a:lvl1pPr lvl="0" algn="ctr">
              <a:spcBef>
                <a:spcPts val="0"/>
              </a:spcBef>
              <a:spcAft>
                <a:spcPts val="0"/>
              </a:spcAft>
              <a:buSzPts val="19200"/>
              <a:buNone/>
              <a:defRPr sz="19200"/>
            </a:lvl1pPr>
            <a:lvl2pPr lvl="1" algn="ctr">
              <a:spcBef>
                <a:spcPts val="0"/>
              </a:spcBef>
              <a:spcAft>
                <a:spcPts val="0"/>
              </a:spcAft>
              <a:buSzPts val="19200"/>
              <a:buNone/>
              <a:defRPr sz="19200"/>
            </a:lvl2pPr>
            <a:lvl3pPr lvl="2" algn="ctr">
              <a:spcBef>
                <a:spcPts val="0"/>
              </a:spcBef>
              <a:spcAft>
                <a:spcPts val="0"/>
              </a:spcAft>
              <a:buSzPts val="19200"/>
              <a:buNone/>
              <a:defRPr sz="19200"/>
            </a:lvl3pPr>
            <a:lvl4pPr lvl="3" algn="ctr">
              <a:spcBef>
                <a:spcPts val="0"/>
              </a:spcBef>
              <a:spcAft>
                <a:spcPts val="0"/>
              </a:spcAft>
              <a:buSzPts val="19200"/>
              <a:buNone/>
              <a:defRPr sz="19200"/>
            </a:lvl4pPr>
            <a:lvl5pPr lvl="4" algn="ctr">
              <a:spcBef>
                <a:spcPts val="0"/>
              </a:spcBef>
              <a:spcAft>
                <a:spcPts val="0"/>
              </a:spcAft>
              <a:buSzPts val="19200"/>
              <a:buNone/>
              <a:defRPr sz="19200"/>
            </a:lvl5pPr>
            <a:lvl6pPr lvl="5" algn="ctr">
              <a:spcBef>
                <a:spcPts val="0"/>
              </a:spcBef>
              <a:spcAft>
                <a:spcPts val="0"/>
              </a:spcAft>
              <a:buSzPts val="19200"/>
              <a:buNone/>
              <a:defRPr sz="19200"/>
            </a:lvl6pPr>
            <a:lvl7pPr lvl="6" algn="ctr">
              <a:spcBef>
                <a:spcPts val="0"/>
              </a:spcBef>
              <a:spcAft>
                <a:spcPts val="0"/>
              </a:spcAft>
              <a:buSzPts val="19200"/>
              <a:buNone/>
              <a:defRPr sz="19200"/>
            </a:lvl7pPr>
            <a:lvl8pPr lvl="7" algn="ctr">
              <a:spcBef>
                <a:spcPts val="0"/>
              </a:spcBef>
              <a:spcAft>
                <a:spcPts val="0"/>
              </a:spcAft>
              <a:buSzPts val="19200"/>
              <a:buNone/>
              <a:defRPr sz="19200"/>
            </a:lvl8pPr>
            <a:lvl9pPr lvl="8" algn="ctr">
              <a:spcBef>
                <a:spcPts val="0"/>
              </a:spcBef>
              <a:spcAft>
                <a:spcPts val="0"/>
              </a:spcAft>
              <a:buSzPts val="19200"/>
              <a:buNone/>
              <a:defRPr sz="19200"/>
            </a:lvl9pPr>
          </a:lstStyle>
          <a:p/>
        </p:txBody>
      </p:sp>
      <p:sp>
        <p:nvSpPr>
          <p:cNvPr id="15" name="Google Shape;15;p3"/>
          <p:cNvSpPr txBox="1"/>
          <p:nvPr>
            <p:ph idx="12" type="sldNum"/>
          </p:nvPr>
        </p:nvSpPr>
        <p:spPr>
          <a:xfrm>
            <a:off x="40667798" y="29844588"/>
            <a:ext cx="2633700" cy="2519100"/>
          </a:xfrm>
          <a:prstGeom prst="rect">
            <a:avLst/>
          </a:prstGeom>
        </p:spPr>
        <p:txBody>
          <a:bodyPr anchorCtr="0" anchor="ctr" bIns="487600" lIns="487600" spcFirstLastPara="1" rIns="487600" wrap="square" tIns="487600">
            <a:normAutofit/>
          </a:bodyPr>
          <a:lstStyle>
            <a:lvl1pPr lvl="0">
              <a:buNone/>
              <a:defRPr sz="5333"/>
            </a:lvl1pPr>
            <a:lvl2pPr lvl="1">
              <a:buNone/>
              <a:defRPr sz="5333"/>
            </a:lvl2pPr>
            <a:lvl3pPr lvl="2">
              <a:buNone/>
              <a:defRPr sz="5333"/>
            </a:lvl3pPr>
            <a:lvl4pPr lvl="3">
              <a:buNone/>
              <a:defRPr sz="5333"/>
            </a:lvl4pPr>
            <a:lvl5pPr lvl="4">
              <a:buNone/>
              <a:defRPr sz="5333"/>
            </a:lvl5pPr>
            <a:lvl6pPr lvl="5">
              <a:buNone/>
              <a:defRPr sz="5333"/>
            </a:lvl6pPr>
            <a:lvl7pPr lvl="6">
              <a:buNone/>
              <a:defRPr sz="5333"/>
            </a:lvl7pPr>
            <a:lvl8pPr lvl="7">
              <a:buNone/>
              <a:defRPr sz="5333"/>
            </a:lvl8pPr>
            <a:lvl9pPr lvl="8">
              <a:buNone/>
              <a:defRPr sz="5333"/>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1496160" y="2848160"/>
            <a:ext cx="40899000" cy="3665400"/>
          </a:xfrm>
          <a:prstGeom prst="rect">
            <a:avLst/>
          </a:prstGeom>
        </p:spPr>
        <p:txBody>
          <a:bodyPr anchorCtr="0" anchor="t" bIns="487600" lIns="487600" spcFirstLastPara="1" rIns="487600" wrap="square" tIns="487600">
            <a:normAutofit/>
          </a:bodyPr>
          <a:lstStyle>
            <a:lvl1pPr lvl="0">
              <a:spcBef>
                <a:spcPts val="0"/>
              </a:spcBef>
              <a:spcAft>
                <a:spcPts val="0"/>
              </a:spcAft>
              <a:buSzPts val="14933"/>
              <a:buNone/>
              <a:defRPr sz="14933"/>
            </a:lvl1pPr>
            <a:lvl2pPr lvl="1">
              <a:spcBef>
                <a:spcPts val="0"/>
              </a:spcBef>
              <a:spcAft>
                <a:spcPts val="0"/>
              </a:spcAft>
              <a:buSzPts val="14933"/>
              <a:buNone/>
              <a:defRPr sz="14933"/>
            </a:lvl2pPr>
            <a:lvl3pPr lvl="2">
              <a:spcBef>
                <a:spcPts val="0"/>
              </a:spcBef>
              <a:spcAft>
                <a:spcPts val="0"/>
              </a:spcAft>
              <a:buSzPts val="14933"/>
              <a:buNone/>
              <a:defRPr sz="14933"/>
            </a:lvl3pPr>
            <a:lvl4pPr lvl="3">
              <a:spcBef>
                <a:spcPts val="0"/>
              </a:spcBef>
              <a:spcAft>
                <a:spcPts val="0"/>
              </a:spcAft>
              <a:buSzPts val="14933"/>
              <a:buNone/>
              <a:defRPr sz="14933"/>
            </a:lvl4pPr>
            <a:lvl5pPr lvl="4">
              <a:spcBef>
                <a:spcPts val="0"/>
              </a:spcBef>
              <a:spcAft>
                <a:spcPts val="0"/>
              </a:spcAft>
              <a:buSzPts val="14933"/>
              <a:buNone/>
              <a:defRPr sz="14933"/>
            </a:lvl5pPr>
            <a:lvl6pPr lvl="5">
              <a:spcBef>
                <a:spcPts val="0"/>
              </a:spcBef>
              <a:spcAft>
                <a:spcPts val="0"/>
              </a:spcAft>
              <a:buSzPts val="14933"/>
              <a:buNone/>
              <a:defRPr sz="14933"/>
            </a:lvl6pPr>
            <a:lvl7pPr lvl="6">
              <a:spcBef>
                <a:spcPts val="0"/>
              </a:spcBef>
              <a:spcAft>
                <a:spcPts val="0"/>
              </a:spcAft>
              <a:buSzPts val="14933"/>
              <a:buNone/>
              <a:defRPr sz="14933"/>
            </a:lvl7pPr>
            <a:lvl8pPr lvl="7">
              <a:spcBef>
                <a:spcPts val="0"/>
              </a:spcBef>
              <a:spcAft>
                <a:spcPts val="0"/>
              </a:spcAft>
              <a:buSzPts val="14933"/>
              <a:buNone/>
              <a:defRPr sz="14933"/>
            </a:lvl8pPr>
            <a:lvl9pPr lvl="8">
              <a:spcBef>
                <a:spcPts val="0"/>
              </a:spcBef>
              <a:spcAft>
                <a:spcPts val="0"/>
              </a:spcAft>
              <a:buSzPts val="14933"/>
              <a:buNone/>
              <a:defRPr sz="14933"/>
            </a:lvl9pPr>
          </a:lstStyle>
          <a:p/>
        </p:txBody>
      </p:sp>
      <p:sp>
        <p:nvSpPr>
          <p:cNvPr id="18" name="Google Shape;18;p4"/>
          <p:cNvSpPr txBox="1"/>
          <p:nvPr>
            <p:ph idx="1" type="body"/>
          </p:nvPr>
        </p:nvSpPr>
        <p:spPr>
          <a:xfrm>
            <a:off x="1496160" y="7375840"/>
            <a:ext cx="40899000" cy="21864900"/>
          </a:xfrm>
          <a:prstGeom prst="rect">
            <a:avLst/>
          </a:prstGeom>
        </p:spPr>
        <p:txBody>
          <a:bodyPr anchorCtr="0" anchor="t" bIns="487600" lIns="487600" spcFirstLastPara="1" rIns="487600" wrap="square" tIns="487600">
            <a:normAutofit/>
          </a:bodyPr>
          <a:lstStyle>
            <a:lvl1pPr indent="-838200" lvl="0" marL="457200">
              <a:spcBef>
                <a:spcPts val="0"/>
              </a:spcBef>
              <a:spcAft>
                <a:spcPts val="0"/>
              </a:spcAft>
              <a:buSzPts val="9600"/>
              <a:buChar char="●"/>
              <a:defRPr sz="9600"/>
            </a:lvl1pPr>
            <a:lvl2pPr indent="-702734" lvl="1" marL="914400">
              <a:spcBef>
                <a:spcPts val="0"/>
              </a:spcBef>
              <a:spcAft>
                <a:spcPts val="0"/>
              </a:spcAft>
              <a:buSzPts val="7467"/>
              <a:buChar char="○"/>
              <a:defRPr sz="7467"/>
            </a:lvl2pPr>
            <a:lvl3pPr indent="-702734" lvl="2" marL="1371600">
              <a:spcBef>
                <a:spcPts val="0"/>
              </a:spcBef>
              <a:spcAft>
                <a:spcPts val="0"/>
              </a:spcAft>
              <a:buSzPts val="7467"/>
              <a:buChar char="■"/>
              <a:defRPr sz="7467"/>
            </a:lvl3pPr>
            <a:lvl4pPr indent="-702734" lvl="3" marL="1828800">
              <a:spcBef>
                <a:spcPts val="0"/>
              </a:spcBef>
              <a:spcAft>
                <a:spcPts val="0"/>
              </a:spcAft>
              <a:buSzPts val="7467"/>
              <a:buChar char="●"/>
              <a:defRPr sz="7467"/>
            </a:lvl4pPr>
            <a:lvl5pPr indent="-702734" lvl="4" marL="2286000">
              <a:spcBef>
                <a:spcPts val="0"/>
              </a:spcBef>
              <a:spcAft>
                <a:spcPts val="0"/>
              </a:spcAft>
              <a:buSzPts val="7467"/>
              <a:buChar char="○"/>
              <a:defRPr sz="7467"/>
            </a:lvl5pPr>
            <a:lvl6pPr indent="-702733" lvl="5" marL="2743200">
              <a:spcBef>
                <a:spcPts val="0"/>
              </a:spcBef>
              <a:spcAft>
                <a:spcPts val="0"/>
              </a:spcAft>
              <a:buSzPts val="7467"/>
              <a:buChar char="■"/>
              <a:defRPr sz="7467"/>
            </a:lvl6pPr>
            <a:lvl7pPr indent="-702733" lvl="6" marL="3200400">
              <a:spcBef>
                <a:spcPts val="0"/>
              </a:spcBef>
              <a:spcAft>
                <a:spcPts val="0"/>
              </a:spcAft>
              <a:buSzPts val="7467"/>
              <a:buChar char="●"/>
              <a:defRPr sz="7467"/>
            </a:lvl7pPr>
            <a:lvl8pPr indent="-702733" lvl="7" marL="3657600">
              <a:spcBef>
                <a:spcPts val="0"/>
              </a:spcBef>
              <a:spcAft>
                <a:spcPts val="0"/>
              </a:spcAft>
              <a:buSzPts val="7467"/>
              <a:buChar char="○"/>
              <a:defRPr sz="7467"/>
            </a:lvl8pPr>
            <a:lvl9pPr indent="-702733" lvl="8" marL="4114800">
              <a:spcBef>
                <a:spcPts val="0"/>
              </a:spcBef>
              <a:spcAft>
                <a:spcPts val="0"/>
              </a:spcAft>
              <a:buSzPts val="7467"/>
              <a:buChar char="■"/>
              <a:defRPr sz="7467"/>
            </a:lvl9pPr>
          </a:lstStyle>
          <a:p/>
        </p:txBody>
      </p:sp>
      <p:sp>
        <p:nvSpPr>
          <p:cNvPr id="19" name="Google Shape;19;p4"/>
          <p:cNvSpPr txBox="1"/>
          <p:nvPr>
            <p:ph idx="12" type="sldNum"/>
          </p:nvPr>
        </p:nvSpPr>
        <p:spPr>
          <a:xfrm>
            <a:off x="40667798" y="29844588"/>
            <a:ext cx="2633700" cy="2519100"/>
          </a:xfrm>
          <a:prstGeom prst="rect">
            <a:avLst/>
          </a:prstGeom>
        </p:spPr>
        <p:txBody>
          <a:bodyPr anchorCtr="0" anchor="ctr" bIns="487600" lIns="487600" spcFirstLastPara="1" rIns="487600" wrap="square" tIns="487600">
            <a:normAutofit/>
          </a:bodyPr>
          <a:lstStyle>
            <a:lvl1pPr lvl="0">
              <a:buNone/>
              <a:defRPr sz="5333"/>
            </a:lvl1pPr>
            <a:lvl2pPr lvl="1">
              <a:buNone/>
              <a:defRPr sz="5333"/>
            </a:lvl2pPr>
            <a:lvl3pPr lvl="2">
              <a:buNone/>
              <a:defRPr sz="5333"/>
            </a:lvl3pPr>
            <a:lvl4pPr lvl="3">
              <a:buNone/>
              <a:defRPr sz="5333"/>
            </a:lvl4pPr>
            <a:lvl5pPr lvl="4">
              <a:buNone/>
              <a:defRPr sz="5333"/>
            </a:lvl5pPr>
            <a:lvl6pPr lvl="5">
              <a:buNone/>
              <a:defRPr sz="5333"/>
            </a:lvl6pPr>
            <a:lvl7pPr lvl="6">
              <a:buNone/>
              <a:defRPr sz="5333"/>
            </a:lvl7pPr>
            <a:lvl8pPr lvl="7">
              <a:buNone/>
              <a:defRPr sz="5333"/>
            </a:lvl8pPr>
            <a:lvl9pPr lvl="8">
              <a:buNone/>
              <a:defRPr sz="5333"/>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1496160" y="2848160"/>
            <a:ext cx="40899000" cy="3665400"/>
          </a:xfrm>
          <a:prstGeom prst="rect">
            <a:avLst/>
          </a:prstGeom>
        </p:spPr>
        <p:txBody>
          <a:bodyPr anchorCtr="0" anchor="t" bIns="487600" lIns="487600" spcFirstLastPara="1" rIns="487600" wrap="square" tIns="487600">
            <a:normAutofit/>
          </a:bodyPr>
          <a:lstStyle>
            <a:lvl1pPr lvl="0">
              <a:spcBef>
                <a:spcPts val="0"/>
              </a:spcBef>
              <a:spcAft>
                <a:spcPts val="0"/>
              </a:spcAft>
              <a:buSzPts val="14933"/>
              <a:buNone/>
              <a:defRPr sz="14933"/>
            </a:lvl1pPr>
            <a:lvl2pPr lvl="1">
              <a:spcBef>
                <a:spcPts val="0"/>
              </a:spcBef>
              <a:spcAft>
                <a:spcPts val="0"/>
              </a:spcAft>
              <a:buSzPts val="14933"/>
              <a:buNone/>
              <a:defRPr sz="14933"/>
            </a:lvl2pPr>
            <a:lvl3pPr lvl="2">
              <a:spcBef>
                <a:spcPts val="0"/>
              </a:spcBef>
              <a:spcAft>
                <a:spcPts val="0"/>
              </a:spcAft>
              <a:buSzPts val="14933"/>
              <a:buNone/>
              <a:defRPr sz="14933"/>
            </a:lvl3pPr>
            <a:lvl4pPr lvl="3">
              <a:spcBef>
                <a:spcPts val="0"/>
              </a:spcBef>
              <a:spcAft>
                <a:spcPts val="0"/>
              </a:spcAft>
              <a:buSzPts val="14933"/>
              <a:buNone/>
              <a:defRPr sz="14933"/>
            </a:lvl4pPr>
            <a:lvl5pPr lvl="4">
              <a:spcBef>
                <a:spcPts val="0"/>
              </a:spcBef>
              <a:spcAft>
                <a:spcPts val="0"/>
              </a:spcAft>
              <a:buSzPts val="14933"/>
              <a:buNone/>
              <a:defRPr sz="14933"/>
            </a:lvl5pPr>
            <a:lvl6pPr lvl="5">
              <a:spcBef>
                <a:spcPts val="0"/>
              </a:spcBef>
              <a:spcAft>
                <a:spcPts val="0"/>
              </a:spcAft>
              <a:buSzPts val="14933"/>
              <a:buNone/>
              <a:defRPr sz="14933"/>
            </a:lvl6pPr>
            <a:lvl7pPr lvl="6">
              <a:spcBef>
                <a:spcPts val="0"/>
              </a:spcBef>
              <a:spcAft>
                <a:spcPts val="0"/>
              </a:spcAft>
              <a:buSzPts val="14933"/>
              <a:buNone/>
              <a:defRPr sz="14933"/>
            </a:lvl7pPr>
            <a:lvl8pPr lvl="7">
              <a:spcBef>
                <a:spcPts val="0"/>
              </a:spcBef>
              <a:spcAft>
                <a:spcPts val="0"/>
              </a:spcAft>
              <a:buSzPts val="14933"/>
              <a:buNone/>
              <a:defRPr sz="14933"/>
            </a:lvl8pPr>
            <a:lvl9pPr lvl="8">
              <a:spcBef>
                <a:spcPts val="0"/>
              </a:spcBef>
              <a:spcAft>
                <a:spcPts val="0"/>
              </a:spcAft>
              <a:buSzPts val="14933"/>
              <a:buNone/>
              <a:defRPr sz="14933"/>
            </a:lvl9pPr>
          </a:lstStyle>
          <a:p/>
        </p:txBody>
      </p:sp>
      <p:sp>
        <p:nvSpPr>
          <p:cNvPr id="22" name="Google Shape;22;p5"/>
          <p:cNvSpPr txBox="1"/>
          <p:nvPr>
            <p:ph idx="1" type="body"/>
          </p:nvPr>
        </p:nvSpPr>
        <p:spPr>
          <a:xfrm>
            <a:off x="1496160" y="7375840"/>
            <a:ext cx="19199400" cy="21864900"/>
          </a:xfrm>
          <a:prstGeom prst="rect">
            <a:avLst/>
          </a:prstGeom>
        </p:spPr>
        <p:txBody>
          <a:bodyPr anchorCtr="0" anchor="t" bIns="487600" lIns="487600" spcFirstLastPara="1" rIns="487600" wrap="square" tIns="487600">
            <a:normAutofit/>
          </a:bodyPr>
          <a:lstStyle>
            <a:lvl1pPr indent="-702734" lvl="0" marL="457200">
              <a:spcBef>
                <a:spcPts val="0"/>
              </a:spcBef>
              <a:spcAft>
                <a:spcPts val="0"/>
              </a:spcAft>
              <a:buSzPts val="7467"/>
              <a:buChar char="●"/>
              <a:defRPr sz="7467"/>
            </a:lvl1pPr>
            <a:lvl2pPr indent="-635000" lvl="1" marL="914400">
              <a:spcBef>
                <a:spcPts val="0"/>
              </a:spcBef>
              <a:spcAft>
                <a:spcPts val="0"/>
              </a:spcAft>
              <a:buSzPts val="6400"/>
              <a:buChar char="○"/>
              <a:defRPr sz="6400"/>
            </a:lvl2pPr>
            <a:lvl3pPr indent="-635000" lvl="2" marL="1371600">
              <a:spcBef>
                <a:spcPts val="0"/>
              </a:spcBef>
              <a:spcAft>
                <a:spcPts val="0"/>
              </a:spcAft>
              <a:buSzPts val="6400"/>
              <a:buChar char="■"/>
              <a:defRPr sz="6400"/>
            </a:lvl3pPr>
            <a:lvl4pPr indent="-635000" lvl="3" marL="1828800">
              <a:spcBef>
                <a:spcPts val="0"/>
              </a:spcBef>
              <a:spcAft>
                <a:spcPts val="0"/>
              </a:spcAft>
              <a:buSzPts val="6400"/>
              <a:buChar char="●"/>
              <a:defRPr sz="6400"/>
            </a:lvl4pPr>
            <a:lvl5pPr indent="-635000" lvl="4" marL="2286000">
              <a:spcBef>
                <a:spcPts val="0"/>
              </a:spcBef>
              <a:spcAft>
                <a:spcPts val="0"/>
              </a:spcAft>
              <a:buSzPts val="6400"/>
              <a:buChar char="○"/>
              <a:defRPr sz="6400"/>
            </a:lvl5pPr>
            <a:lvl6pPr indent="-635000" lvl="5" marL="2743200">
              <a:spcBef>
                <a:spcPts val="0"/>
              </a:spcBef>
              <a:spcAft>
                <a:spcPts val="0"/>
              </a:spcAft>
              <a:buSzPts val="6400"/>
              <a:buChar char="■"/>
              <a:defRPr sz="6400"/>
            </a:lvl6pPr>
            <a:lvl7pPr indent="-635000" lvl="6" marL="3200400">
              <a:spcBef>
                <a:spcPts val="0"/>
              </a:spcBef>
              <a:spcAft>
                <a:spcPts val="0"/>
              </a:spcAft>
              <a:buSzPts val="6400"/>
              <a:buChar char="●"/>
              <a:defRPr sz="6400"/>
            </a:lvl7pPr>
            <a:lvl8pPr indent="-635000" lvl="7" marL="3657600">
              <a:spcBef>
                <a:spcPts val="0"/>
              </a:spcBef>
              <a:spcAft>
                <a:spcPts val="0"/>
              </a:spcAft>
              <a:buSzPts val="6400"/>
              <a:buChar char="○"/>
              <a:defRPr sz="6400"/>
            </a:lvl8pPr>
            <a:lvl9pPr indent="-635000" lvl="8" marL="4114800">
              <a:spcBef>
                <a:spcPts val="0"/>
              </a:spcBef>
              <a:spcAft>
                <a:spcPts val="0"/>
              </a:spcAft>
              <a:buSzPts val="6400"/>
              <a:buChar char="■"/>
              <a:defRPr sz="6400"/>
            </a:lvl9pPr>
          </a:lstStyle>
          <a:p/>
        </p:txBody>
      </p:sp>
      <p:sp>
        <p:nvSpPr>
          <p:cNvPr id="23" name="Google Shape;23;p5"/>
          <p:cNvSpPr txBox="1"/>
          <p:nvPr>
            <p:ph idx="2" type="body"/>
          </p:nvPr>
        </p:nvSpPr>
        <p:spPr>
          <a:xfrm>
            <a:off x="23195520" y="7375840"/>
            <a:ext cx="19199400" cy="21864900"/>
          </a:xfrm>
          <a:prstGeom prst="rect">
            <a:avLst/>
          </a:prstGeom>
        </p:spPr>
        <p:txBody>
          <a:bodyPr anchorCtr="0" anchor="t" bIns="487600" lIns="487600" spcFirstLastPara="1" rIns="487600" wrap="square" tIns="487600">
            <a:normAutofit/>
          </a:bodyPr>
          <a:lstStyle>
            <a:lvl1pPr indent="-702734" lvl="0" marL="457200">
              <a:spcBef>
                <a:spcPts val="0"/>
              </a:spcBef>
              <a:spcAft>
                <a:spcPts val="0"/>
              </a:spcAft>
              <a:buSzPts val="7467"/>
              <a:buChar char="●"/>
              <a:defRPr sz="7467"/>
            </a:lvl1pPr>
            <a:lvl2pPr indent="-635000" lvl="1" marL="914400">
              <a:spcBef>
                <a:spcPts val="0"/>
              </a:spcBef>
              <a:spcAft>
                <a:spcPts val="0"/>
              </a:spcAft>
              <a:buSzPts val="6400"/>
              <a:buChar char="○"/>
              <a:defRPr sz="6400"/>
            </a:lvl2pPr>
            <a:lvl3pPr indent="-635000" lvl="2" marL="1371600">
              <a:spcBef>
                <a:spcPts val="0"/>
              </a:spcBef>
              <a:spcAft>
                <a:spcPts val="0"/>
              </a:spcAft>
              <a:buSzPts val="6400"/>
              <a:buChar char="■"/>
              <a:defRPr sz="6400"/>
            </a:lvl3pPr>
            <a:lvl4pPr indent="-635000" lvl="3" marL="1828800">
              <a:spcBef>
                <a:spcPts val="0"/>
              </a:spcBef>
              <a:spcAft>
                <a:spcPts val="0"/>
              </a:spcAft>
              <a:buSzPts val="6400"/>
              <a:buChar char="●"/>
              <a:defRPr sz="6400"/>
            </a:lvl4pPr>
            <a:lvl5pPr indent="-635000" lvl="4" marL="2286000">
              <a:spcBef>
                <a:spcPts val="0"/>
              </a:spcBef>
              <a:spcAft>
                <a:spcPts val="0"/>
              </a:spcAft>
              <a:buSzPts val="6400"/>
              <a:buChar char="○"/>
              <a:defRPr sz="6400"/>
            </a:lvl5pPr>
            <a:lvl6pPr indent="-635000" lvl="5" marL="2743200">
              <a:spcBef>
                <a:spcPts val="0"/>
              </a:spcBef>
              <a:spcAft>
                <a:spcPts val="0"/>
              </a:spcAft>
              <a:buSzPts val="6400"/>
              <a:buChar char="■"/>
              <a:defRPr sz="6400"/>
            </a:lvl6pPr>
            <a:lvl7pPr indent="-635000" lvl="6" marL="3200400">
              <a:spcBef>
                <a:spcPts val="0"/>
              </a:spcBef>
              <a:spcAft>
                <a:spcPts val="0"/>
              </a:spcAft>
              <a:buSzPts val="6400"/>
              <a:buChar char="●"/>
              <a:defRPr sz="6400"/>
            </a:lvl7pPr>
            <a:lvl8pPr indent="-635000" lvl="7" marL="3657600">
              <a:spcBef>
                <a:spcPts val="0"/>
              </a:spcBef>
              <a:spcAft>
                <a:spcPts val="0"/>
              </a:spcAft>
              <a:buSzPts val="6400"/>
              <a:buChar char="○"/>
              <a:defRPr sz="6400"/>
            </a:lvl8pPr>
            <a:lvl9pPr indent="-635000" lvl="8" marL="4114800">
              <a:spcBef>
                <a:spcPts val="0"/>
              </a:spcBef>
              <a:spcAft>
                <a:spcPts val="0"/>
              </a:spcAft>
              <a:buSzPts val="6400"/>
              <a:buChar char="■"/>
              <a:defRPr sz="6400"/>
            </a:lvl9pPr>
          </a:lstStyle>
          <a:p/>
        </p:txBody>
      </p:sp>
      <p:sp>
        <p:nvSpPr>
          <p:cNvPr id="24" name="Google Shape;24;p5"/>
          <p:cNvSpPr txBox="1"/>
          <p:nvPr>
            <p:ph idx="12" type="sldNum"/>
          </p:nvPr>
        </p:nvSpPr>
        <p:spPr>
          <a:xfrm>
            <a:off x="40667798" y="29844588"/>
            <a:ext cx="2633700" cy="2519100"/>
          </a:xfrm>
          <a:prstGeom prst="rect">
            <a:avLst/>
          </a:prstGeom>
        </p:spPr>
        <p:txBody>
          <a:bodyPr anchorCtr="0" anchor="ctr" bIns="487600" lIns="487600" spcFirstLastPara="1" rIns="487600" wrap="square" tIns="487600">
            <a:normAutofit/>
          </a:bodyPr>
          <a:lstStyle>
            <a:lvl1pPr lvl="0">
              <a:buNone/>
              <a:defRPr sz="5333"/>
            </a:lvl1pPr>
            <a:lvl2pPr lvl="1">
              <a:buNone/>
              <a:defRPr sz="5333"/>
            </a:lvl2pPr>
            <a:lvl3pPr lvl="2">
              <a:buNone/>
              <a:defRPr sz="5333"/>
            </a:lvl3pPr>
            <a:lvl4pPr lvl="3">
              <a:buNone/>
              <a:defRPr sz="5333"/>
            </a:lvl4pPr>
            <a:lvl5pPr lvl="4">
              <a:buNone/>
              <a:defRPr sz="5333"/>
            </a:lvl5pPr>
            <a:lvl6pPr lvl="5">
              <a:buNone/>
              <a:defRPr sz="5333"/>
            </a:lvl6pPr>
            <a:lvl7pPr lvl="6">
              <a:buNone/>
              <a:defRPr sz="5333"/>
            </a:lvl7pPr>
            <a:lvl8pPr lvl="7">
              <a:buNone/>
              <a:defRPr sz="5333"/>
            </a:lvl8pPr>
            <a:lvl9pPr lvl="8">
              <a:buNone/>
              <a:defRPr sz="5333"/>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1496160" y="2848160"/>
            <a:ext cx="40899000" cy="3665400"/>
          </a:xfrm>
          <a:prstGeom prst="rect">
            <a:avLst/>
          </a:prstGeom>
        </p:spPr>
        <p:txBody>
          <a:bodyPr anchorCtr="0" anchor="t" bIns="487600" lIns="487600" spcFirstLastPara="1" rIns="487600" wrap="square" tIns="487600">
            <a:normAutofit/>
          </a:bodyPr>
          <a:lstStyle>
            <a:lvl1pPr lvl="0">
              <a:spcBef>
                <a:spcPts val="0"/>
              </a:spcBef>
              <a:spcAft>
                <a:spcPts val="0"/>
              </a:spcAft>
              <a:buSzPts val="14933"/>
              <a:buNone/>
              <a:defRPr sz="14933"/>
            </a:lvl1pPr>
            <a:lvl2pPr lvl="1">
              <a:spcBef>
                <a:spcPts val="0"/>
              </a:spcBef>
              <a:spcAft>
                <a:spcPts val="0"/>
              </a:spcAft>
              <a:buSzPts val="14933"/>
              <a:buNone/>
              <a:defRPr sz="14933"/>
            </a:lvl2pPr>
            <a:lvl3pPr lvl="2">
              <a:spcBef>
                <a:spcPts val="0"/>
              </a:spcBef>
              <a:spcAft>
                <a:spcPts val="0"/>
              </a:spcAft>
              <a:buSzPts val="14933"/>
              <a:buNone/>
              <a:defRPr sz="14933"/>
            </a:lvl3pPr>
            <a:lvl4pPr lvl="3">
              <a:spcBef>
                <a:spcPts val="0"/>
              </a:spcBef>
              <a:spcAft>
                <a:spcPts val="0"/>
              </a:spcAft>
              <a:buSzPts val="14933"/>
              <a:buNone/>
              <a:defRPr sz="14933"/>
            </a:lvl4pPr>
            <a:lvl5pPr lvl="4">
              <a:spcBef>
                <a:spcPts val="0"/>
              </a:spcBef>
              <a:spcAft>
                <a:spcPts val="0"/>
              </a:spcAft>
              <a:buSzPts val="14933"/>
              <a:buNone/>
              <a:defRPr sz="14933"/>
            </a:lvl5pPr>
            <a:lvl6pPr lvl="5">
              <a:spcBef>
                <a:spcPts val="0"/>
              </a:spcBef>
              <a:spcAft>
                <a:spcPts val="0"/>
              </a:spcAft>
              <a:buSzPts val="14933"/>
              <a:buNone/>
              <a:defRPr sz="14933"/>
            </a:lvl6pPr>
            <a:lvl7pPr lvl="6">
              <a:spcBef>
                <a:spcPts val="0"/>
              </a:spcBef>
              <a:spcAft>
                <a:spcPts val="0"/>
              </a:spcAft>
              <a:buSzPts val="14933"/>
              <a:buNone/>
              <a:defRPr sz="14933"/>
            </a:lvl7pPr>
            <a:lvl8pPr lvl="7">
              <a:spcBef>
                <a:spcPts val="0"/>
              </a:spcBef>
              <a:spcAft>
                <a:spcPts val="0"/>
              </a:spcAft>
              <a:buSzPts val="14933"/>
              <a:buNone/>
              <a:defRPr sz="14933"/>
            </a:lvl8pPr>
            <a:lvl9pPr lvl="8">
              <a:spcBef>
                <a:spcPts val="0"/>
              </a:spcBef>
              <a:spcAft>
                <a:spcPts val="0"/>
              </a:spcAft>
              <a:buSzPts val="14933"/>
              <a:buNone/>
              <a:defRPr sz="14933"/>
            </a:lvl9pPr>
          </a:lstStyle>
          <a:p/>
        </p:txBody>
      </p:sp>
      <p:sp>
        <p:nvSpPr>
          <p:cNvPr id="27" name="Google Shape;27;p6"/>
          <p:cNvSpPr txBox="1"/>
          <p:nvPr>
            <p:ph idx="12" type="sldNum"/>
          </p:nvPr>
        </p:nvSpPr>
        <p:spPr>
          <a:xfrm>
            <a:off x="40667798" y="29844588"/>
            <a:ext cx="2633700" cy="2519100"/>
          </a:xfrm>
          <a:prstGeom prst="rect">
            <a:avLst/>
          </a:prstGeom>
        </p:spPr>
        <p:txBody>
          <a:bodyPr anchorCtr="0" anchor="ctr" bIns="487600" lIns="487600" spcFirstLastPara="1" rIns="487600" wrap="square" tIns="487600">
            <a:normAutofit/>
          </a:bodyPr>
          <a:lstStyle>
            <a:lvl1pPr lvl="0">
              <a:buNone/>
              <a:defRPr sz="5333"/>
            </a:lvl1pPr>
            <a:lvl2pPr lvl="1">
              <a:buNone/>
              <a:defRPr sz="5333"/>
            </a:lvl2pPr>
            <a:lvl3pPr lvl="2">
              <a:buNone/>
              <a:defRPr sz="5333"/>
            </a:lvl3pPr>
            <a:lvl4pPr lvl="3">
              <a:buNone/>
              <a:defRPr sz="5333"/>
            </a:lvl4pPr>
            <a:lvl5pPr lvl="4">
              <a:buNone/>
              <a:defRPr sz="5333"/>
            </a:lvl5pPr>
            <a:lvl6pPr lvl="5">
              <a:buNone/>
              <a:defRPr sz="5333"/>
            </a:lvl6pPr>
            <a:lvl7pPr lvl="6">
              <a:buNone/>
              <a:defRPr sz="5333"/>
            </a:lvl7pPr>
            <a:lvl8pPr lvl="7">
              <a:buNone/>
              <a:defRPr sz="5333"/>
            </a:lvl8pPr>
            <a:lvl9pPr lvl="8">
              <a:buNone/>
              <a:defRPr sz="5333"/>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1496160" y="3555840"/>
            <a:ext cx="13478400" cy="4836600"/>
          </a:xfrm>
          <a:prstGeom prst="rect">
            <a:avLst/>
          </a:prstGeom>
        </p:spPr>
        <p:txBody>
          <a:bodyPr anchorCtr="0" anchor="b" bIns="487600" lIns="487600" spcFirstLastPara="1" rIns="487600" wrap="square" tIns="487600">
            <a:normAutofit/>
          </a:bodyPr>
          <a:lstStyle>
            <a:lvl1pPr lvl="0">
              <a:spcBef>
                <a:spcPts val="0"/>
              </a:spcBef>
              <a:spcAft>
                <a:spcPts val="0"/>
              </a:spcAft>
              <a:buSzPts val="12800"/>
              <a:buNone/>
              <a:defRPr sz="12800"/>
            </a:lvl1pPr>
            <a:lvl2pPr lvl="1">
              <a:spcBef>
                <a:spcPts val="0"/>
              </a:spcBef>
              <a:spcAft>
                <a:spcPts val="0"/>
              </a:spcAft>
              <a:buSzPts val="12800"/>
              <a:buNone/>
              <a:defRPr sz="12800"/>
            </a:lvl2pPr>
            <a:lvl3pPr lvl="2">
              <a:spcBef>
                <a:spcPts val="0"/>
              </a:spcBef>
              <a:spcAft>
                <a:spcPts val="0"/>
              </a:spcAft>
              <a:buSzPts val="12800"/>
              <a:buNone/>
              <a:defRPr sz="12800"/>
            </a:lvl3pPr>
            <a:lvl4pPr lvl="3">
              <a:spcBef>
                <a:spcPts val="0"/>
              </a:spcBef>
              <a:spcAft>
                <a:spcPts val="0"/>
              </a:spcAft>
              <a:buSzPts val="12800"/>
              <a:buNone/>
              <a:defRPr sz="12800"/>
            </a:lvl4pPr>
            <a:lvl5pPr lvl="4">
              <a:spcBef>
                <a:spcPts val="0"/>
              </a:spcBef>
              <a:spcAft>
                <a:spcPts val="0"/>
              </a:spcAft>
              <a:buSzPts val="12800"/>
              <a:buNone/>
              <a:defRPr sz="12800"/>
            </a:lvl5pPr>
            <a:lvl6pPr lvl="5">
              <a:spcBef>
                <a:spcPts val="0"/>
              </a:spcBef>
              <a:spcAft>
                <a:spcPts val="0"/>
              </a:spcAft>
              <a:buSzPts val="12800"/>
              <a:buNone/>
              <a:defRPr sz="12800"/>
            </a:lvl6pPr>
            <a:lvl7pPr lvl="6">
              <a:spcBef>
                <a:spcPts val="0"/>
              </a:spcBef>
              <a:spcAft>
                <a:spcPts val="0"/>
              </a:spcAft>
              <a:buSzPts val="12800"/>
              <a:buNone/>
              <a:defRPr sz="12800"/>
            </a:lvl7pPr>
            <a:lvl8pPr lvl="7">
              <a:spcBef>
                <a:spcPts val="0"/>
              </a:spcBef>
              <a:spcAft>
                <a:spcPts val="0"/>
              </a:spcAft>
              <a:buSzPts val="12800"/>
              <a:buNone/>
              <a:defRPr sz="12800"/>
            </a:lvl8pPr>
            <a:lvl9pPr lvl="8">
              <a:spcBef>
                <a:spcPts val="0"/>
              </a:spcBef>
              <a:spcAft>
                <a:spcPts val="0"/>
              </a:spcAft>
              <a:buSzPts val="12800"/>
              <a:buNone/>
              <a:defRPr sz="12800"/>
            </a:lvl9pPr>
          </a:lstStyle>
          <a:p/>
        </p:txBody>
      </p:sp>
      <p:sp>
        <p:nvSpPr>
          <p:cNvPr id="30" name="Google Shape;30;p7"/>
          <p:cNvSpPr txBox="1"/>
          <p:nvPr>
            <p:ph idx="1" type="body"/>
          </p:nvPr>
        </p:nvSpPr>
        <p:spPr>
          <a:xfrm>
            <a:off x="1496160" y="8893440"/>
            <a:ext cx="13478400" cy="20348100"/>
          </a:xfrm>
          <a:prstGeom prst="rect">
            <a:avLst/>
          </a:prstGeom>
        </p:spPr>
        <p:txBody>
          <a:bodyPr anchorCtr="0" anchor="t" bIns="487600" lIns="487600" spcFirstLastPara="1" rIns="487600" wrap="square" tIns="487600">
            <a:normAutofit/>
          </a:bodyPr>
          <a:lstStyle>
            <a:lvl1pPr indent="-635000" lvl="0" marL="457200">
              <a:spcBef>
                <a:spcPts val="0"/>
              </a:spcBef>
              <a:spcAft>
                <a:spcPts val="0"/>
              </a:spcAft>
              <a:buSzPts val="6400"/>
              <a:buChar char="●"/>
              <a:defRPr sz="6400"/>
            </a:lvl1pPr>
            <a:lvl2pPr indent="-635000" lvl="1" marL="914400">
              <a:spcBef>
                <a:spcPts val="0"/>
              </a:spcBef>
              <a:spcAft>
                <a:spcPts val="0"/>
              </a:spcAft>
              <a:buSzPts val="6400"/>
              <a:buChar char="○"/>
              <a:defRPr sz="6400"/>
            </a:lvl2pPr>
            <a:lvl3pPr indent="-635000" lvl="2" marL="1371600">
              <a:spcBef>
                <a:spcPts val="0"/>
              </a:spcBef>
              <a:spcAft>
                <a:spcPts val="0"/>
              </a:spcAft>
              <a:buSzPts val="6400"/>
              <a:buChar char="■"/>
              <a:defRPr sz="6400"/>
            </a:lvl3pPr>
            <a:lvl4pPr indent="-635000" lvl="3" marL="1828800">
              <a:spcBef>
                <a:spcPts val="0"/>
              </a:spcBef>
              <a:spcAft>
                <a:spcPts val="0"/>
              </a:spcAft>
              <a:buSzPts val="6400"/>
              <a:buChar char="●"/>
              <a:defRPr sz="6400"/>
            </a:lvl4pPr>
            <a:lvl5pPr indent="-635000" lvl="4" marL="2286000">
              <a:spcBef>
                <a:spcPts val="0"/>
              </a:spcBef>
              <a:spcAft>
                <a:spcPts val="0"/>
              </a:spcAft>
              <a:buSzPts val="6400"/>
              <a:buChar char="○"/>
              <a:defRPr sz="6400"/>
            </a:lvl5pPr>
            <a:lvl6pPr indent="-635000" lvl="5" marL="2743200">
              <a:spcBef>
                <a:spcPts val="0"/>
              </a:spcBef>
              <a:spcAft>
                <a:spcPts val="0"/>
              </a:spcAft>
              <a:buSzPts val="6400"/>
              <a:buChar char="■"/>
              <a:defRPr sz="6400"/>
            </a:lvl6pPr>
            <a:lvl7pPr indent="-635000" lvl="6" marL="3200400">
              <a:spcBef>
                <a:spcPts val="0"/>
              </a:spcBef>
              <a:spcAft>
                <a:spcPts val="0"/>
              </a:spcAft>
              <a:buSzPts val="6400"/>
              <a:buChar char="●"/>
              <a:defRPr sz="6400"/>
            </a:lvl7pPr>
            <a:lvl8pPr indent="-635000" lvl="7" marL="3657600">
              <a:spcBef>
                <a:spcPts val="0"/>
              </a:spcBef>
              <a:spcAft>
                <a:spcPts val="0"/>
              </a:spcAft>
              <a:buSzPts val="6400"/>
              <a:buChar char="○"/>
              <a:defRPr sz="6400"/>
            </a:lvl8pPr>
            <a:lvl9pPr indent="-635000" lvl="8" marL="4114800">
              <a:spcBef>
                <a:spcPts val="0"/>
              </a:spcBef>
              <a:spcAft>
                <a:spcPts val="0"/>
              </a:spcAft>
              <a:buSzPts val="6400"/>
              <a:buChar char="■"/>
              <a:defRPr sz="6400"/>
            </a:lvl9pPr>
          </a:lstStyle>
          <a:p/>
        </p:txBody>
      </p:sp>
      <p:sp>
        <p:nvSpPr>
          <p:cNvPr id="31" name="Google Shape;31;p7"/>
          <p:cNvSpPr txBox="1"/>
          <p:nvPr>
            <p:ph idx="12" type="sldNum"/>
          </p:nvPr>
        </p:nvSpPr>
        <p:spPr>
          <a:xfrm>
            <a:off x="40667798" y="29844588"/>
            <a:ext cx="2633700" cy="2519100"/>
          </a:xfrm>
          <a:prstGeom prst="rect">
            <a:avLst/>
          </a:prstGeom>
        </p:spPr>
        <p:txBody>
          <a:bodyPr anchorCtr="0" anchor="ctr" bIns="487600" lIns="487600" spcFirstLastPara="1" rIns="487600" wrap="square" tIns="487600">
            <a:normAutofit/>
          </a:bodyPr>
          <a:lstStyle>
            <a:lvl1pPr lvl="0">
              <a:buNone/>
              <a:defRPr sz="5333"/>
            </a:lvl1pPr>
            <a:lvl2pPr lvl="1">
              <a:buNone/>
              <a:defRPr sz="5333"/>
            </a:lvl2pPr>
            <a:lvl3pPr lvl="2">
              <a:buNone/>
              <a:defRPr sz="5333"/>
            </a:lvl3pPr>
            <a:lvl4pPr lvl="3">
              <a:buNone/>
              <a:defRPr sz="5333"/>
            </a:lvl4pPr>
            <a:lvl5pPr lvl="4">
              <a:buNone/>
              <a:defRPr sz="5333"/>
            </a:lvl5pPr>
            <a:lvl6pPr lvl="5">
              <a:buNone/>
              <a:defRPr sz="5333"/>
            </a:lvl6pPr>
            <a:lvl7pPr lvl="6">
              <a:buNone/>
              <a:defRPr sz="5333"/>
            </a:lvl7pPr>
            <a:lvl8pPr lvl="7">
              <a:buNone/>
              <a:defRPr sz="5333"/>
            </a:lvl8pPr>
            <a:lvl9pPr lvl="8">
              <a:buNone/>
              <a:defRPr sz="5333"/>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2353200" y="2880960"/>
            <a:ext cx="30565500" cy="26181000"/>
          </a:xfrm>
          <a:prstGeom prst="rect">
            <a:avLst/>
          </a:prstGeom>
        </p:spPr>
        <p:txBody>
          <a:bodyPr anchorCtr="0" anchor="ctr" bIns="487600" lIns="487600" spcFirstLastPara="1" rIns="487600" wrap="square" tIns="487600">
            <a:normAutofit/>
          </a:bodyPr>
          <a:lstStyle>
            <a:lvl1pPr lvl="0">
              <a:spcBef>
                <a:spcPts val="0"/>
              </a:spcBef>
              <a:spcAft>
                <a:spcPts val="0"/>
              </a:spcAft>
              <a:buSzPts val="25600"/>
              <a:buNone/>
              <a:defRPr sz="25600"/>
            </a:lvl1pPr>
            <a:lvl2pPr lvl="1">
              <a:spcBef>
                <a:spcPts val="0"/>
              </a:spcBef>
              <a:spcAft>
                <a:spcPts val="0"/>
              </a:spcAft>
              <a:buSzPts val="25600"/>
              <a:buNone/>
              <a:defRPr sz="25600"/>
            </a:lvl2pPr>
            <a:lvl3pPr lvl="2">
              <a:spcBef>
                <a:spcPts val="0"/>
              </a:spcBef>
              <a:spcAft>
                <a:spcPts val="0"/>
              </a:spcAft>
              <a:buSzPts val="25600"/>
              <a:buNone/>
              <a:defRPr sz="25600"/>
            </a:lvl3pPr>
            <a:lvl4pPr lvl="3">
              <a:spcBef>
                <a:spcPts val="0"/>
              </a:spcBef>
              <a:spcAft>
                <a:spcPts val="0"/>
              </a:spcAft>
              <a:buSzPts val="25600"/>
              <a:buNone/>
              <a:defRPr sz="25600"/>
            </a:lvl4pPr>
            <a:lvl5pPr lvl="4">
              <a:spcBef>
                <a:spcPts val="0"/>
              </a:spcBef>
              <a:spcAft>
                <a:spcPts val="0"/>
              </a:spcAft>
              <a:buSzPts val="25600"/>
              <a:buNone/>
              <a:defRPr sz="25600"/>
            </a:lvl5pPr>
            <a:lvl6pPr lvl="5">
              <a:spcBef>
                <a:spcPts val="0"/>
              </a:spcBef>
              <a:spcAft>
                <a:spcPts val="0"/>
              </a:spcAft>
              <a:buSzPts val="25600"/>
              <a:buNone/>
              <a:defRPr sz="25600"/>
            </a:lvl6pPr>
            <a:lvl7pPr lvl="6">
              <a:spcBef>
                <a:spcPts val="0"/>
              </a:spcBef>
              <a:spcAft>
                <a:spcPts val="0"/>
              </a:spcAft>
              <a:buSzPts val="25600"/>
              <a:buNone/>
              <a:defRPr sz="25600"/>
            </a:lvl7pPr>
            <a:lvl8pPr lvl="7">
              <a:spcBef>
                <a:spcPts val="0"/>
              </a:spcBef>
              <a:spcAft>
                <a:spcPts val="0"/>
              </a:spcAft>
              <a:buSzPts val="25600"/>
              <a:buNone/>
              <a:defRPr sz="25600"/>
            </a:lvl8pPr>
            <a:lvl9pPr lvl="8">
              <a:spcBef>
                <a:spcPts val="0"/>
              </a:spcBef>
              <a:spcAft>
                <a:spcPts val="0"/>
              </a:spcAft>
              <a:buSzPts val="25600"/>
              <a:buNone/>
              <a:defRPr sz="25600"/>
            </a:lvl9pPr>
          </a:lstStyle>
          <a:p/>
        </p:txBody>
      </p:sp>
      <p:sp>
        <p:nvSpPr>
          <p:cNvPr id="34" name="Google Shape;34;p8"/>
          <p:cNvSpPr txBox="1"/>
          <p:nvPr>
            <p:ph idx="12" type="sldNum"/>
          </p:nvPr>
        </p:nvSpPr>
        <p:spPr>
          <a:xfrm>
            <a:off x="40667798" y="29844588"/>
            <a:ext cx="2633700" cy="2519100"/>
          </a:xfrm>
          <a:prstGeom prst="rect">
            <a:avLst/>
          </a:prstGeom>
        </p:spPr>
        <p:txBody>
          <a:bodyPr anchorCtr="0" anchor="ctr" bIns="487600" lIns="487600" spcFirstLastPara="1" rIns="487600" wrap="square" tIns="487600">
            <a:normAutofit/>
          </a:bodyPr>
          <a:lstStyle>
            <a:lvl1pPr lvl="0">
              <a:buNone/>
              <a:defRPr sz="5333"/>
            </a:lvl1pPr>
            <a:lvl2pPr lvl="1">
              <a:buNone/>
              <a:defRPr sz="5333"/>
            </a:lvl2pPr>
            <a:lvl3pPr lvl="2">
              <a:buNone/>
              <a:defRPr sz="5333"/>
            </a:lvl3pPr>
            <a:lvl4pPr lvl="3">
              <a:buNone/>
              <a:defRPr sz="5333"/>
            </a:lvl4pPr>
            <a:lvl5pPr lvl="4">
              <a:buNone/>
              <a:defRPr sz="5333"/>
            </a:lvl5pPr>
            <a:lvl6pPr lvl="5">
              <a:buNone/>
              <a:defRPr sz="5333"/>
            </a:lvl6pPr>
            <a:lvl7pPr lvl="6">
              <a:buNone/>
              <a:defRPr sz="5333"/>
            </a:lvl7pPr>
            <a:lvl8pPr lvl="7">
              <a:buNone/>
              <a:defRPr sz="5333"/>
            </a:lvl8pPr>
            <a:lvl9pPr lvl="8">
              <a:buNone/>
              <a:defRPr sz="5333"/>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21945600" y="-800"/>
            <a:ext cx="21945600" cy="32918400"/>
          </a:xfrm>
          <a:prstGeom prst="rect">
            <a:avLst/>
          </a:prstGeom>
          <a:solidFill>
            <a:schemeClr val="lt2"/>
          </a:solidFill>
          <a:ln>
            <a:noFill/>
          </a:ln>
        </p:spPr>
        <p:txBody>
          <a:bodyPr anchorCtr="0" anchor="ctr" bIns="487600" lIns="487600" spcFirstLastPara="1" rIns="487600" wrap="square" tIns="487600">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1274400" y="7892320"/>
            <a:ext cx="19416900" cy="9486600"/>
          </a:xfrm>
          <a:prstGeom prst="rect">
            <a:avLst/>
          </a:prstGeom>
        </p:spPr>
        <p:txBody>
          <a:bodyPr anchorCtr="0" anchor="b" bIns="487600" lIns="487600" spcFirstLastPara="1" rIns="487600" wrap="square" tIns="487600">
            <a:normAutofit/>
          </a:bodyPr>
          <a:lstStyle>
            <a:lvl1pPr lvl="0" algn="ctr">
              <a:spcBef>
                <a:spcPts val="0"/>
              </a:spcBef>
              <a:spcAft>
                <a:spcPts val="0"/>
              </a:spcAft>
              <a:buSzPts val="22400"/>
              <a:buNone/>
              <a:defRPr sz="22400"/>
            </a:lvl1pPr>
            <a:lvl2pPr lvl="1" algn="ctr">
              <a:spcBef>
                <a:spcPts val="0"/>
              </a:spcBef>
              <a:spcAft>
                <a:spcPts val="0"/>
              </a:spcAft>
              <a:buSzPts val="22400"/>
              <a:buNone/>
              <a:defRPr sz="22400"/>
            </a:lvl2pPr>
            <a:lvl3pPr lvl="2" algn="ctr">
              <a:spcBef>
                <a:spcPts val="0"/>
              </a:spcBef>
              <a:spcAft>
                <a:spcPts val="0"/>
              </a:spcAft>
              <a:buSzPts val="22400"/>
              <a:buNone/>
              <a:defRPr sz="22400"/>
            </a:lvl3pPr>
            <a:lvl4pPr lvl="3" algn="ctr">
              <a:spcBef>
                <a:spcPts val="0"/>
              </a:spcBef>
              <a:spcAft>
                <a:spcPts val="0"/>
              </a:spcAft>
              <a:buSzPts val="22400"/>
              <a:buNone/>
              <a:defRPr sz="22400"/>
            </a:lvl4pPr>
            <a:lvl5pPr lvl="4" algn="ctr">
              <a:spcBef>
                <a:spcPts val="0"/>
              </a:spcBef>
              <a:spcAft>
                <a:spcPts val="0"/>
              </a:spcAft>
              <a:buSzPts val="22400"/>
              <a:buNone/>
              <a:defRPr sz="22400"/>
            </a:lvl5pPr>
            <a:lvl6pPr lvl="5" algn="ctr">
              <a:spcBef>
                <a:spcPts val="0"/>
              </a:spcBef>
              <a:spcAft>
                <a:spcPts val="0"/>
              </a:spcAft>
              <a:buSzPts val="22400"/>
              <a:buNone/>
              <a:defRPr sz="22400"/>
            </a:lvl6pPr>
            <a:lvl7pPr lvl="6" algn="ctr">
              <a:spcBef>
                <a:spcPts val="0"/>
              </a:spcBef>
              <a:spcAft>
                <a:spcPts val="0"/>
              </a:spcAft>
              <a:buSzPts val="22400"/>
              <a:buNone/>
              <a:defRPr sz="22400"/>
            </a:lvl7pPr>
            <a:lvl8pPr lvl="7" algn="ctr">
              <a:spcBef>
                <a:spcPts val="0"/>
              </a:spcBef>
              <a:spcAft>
                <a:spcPts val="0"/>
              </a:spcAft>
              <a:buSzPts val="22400"/>
              <a:buNone/>
              <a:defRPr sz="22400"/>
            </a:lvl8pPr>
            <a:lvl9pPr lvl="8" algn="ctr">
              <a:spcBef>
                <a:spcPts val="0"/>
              </a:spcBef>
              <a:spcAft>
                <a:spcPts val="0"/>
              </a:spcAft>
              <a:buSzPts val="22400"/>
              <a:buNone/>
              <a:defRPr sz="22400"/>
            </a:lvl9pPr>
          </a:lstStyle>
          <a:p/>
        </p:txBody>
      </p:sp>
      <p:sp>
        <p:nvSpPr>
          <p:cNvPr id="38" name="Google Shape;38;p9"/>
          <p:cNvSpPr txBox="1"/>
          <p:nvPr>
            <p:ph idx="1" type="subTitle"/>
          </p:nvPr>
        </p:nvSpPr>
        <p:spPr>
          <a:xfrm>
            <a:off x="1274400" y="17939680"/>
            <a:ext cx="19416900" cy="7904700"/>
          </a:xfrm>
          <a:prstGeom prst="rect">
            <a:avLst/>
          </a:prstGeom>
        </p:spPr>
        <p:txBody>
          <a:bodyPr anchorCtr="0" anchor="t" bIns="487600" lIns="487600" spcFirstLastPara="1" rIns="487600" wrap="square" tIns="487600">
            <a:normAutofit/>
          </a:bodyPr>
          <a:lstStyle>
            <a:lvl1pPr lvl="0" algn="ctr">
              <a:lnSpc>
                <a:spcPct val="100000"/>
              </a:lnSpc>
              <a:spcBef>
                <a:spcPts val="0"/>
              </a:spcBef>
              <a:spcAft>
                <a:spcPts val="0"/>
              </a:spcAft>
              <a:buSzPts val="11200"/>
              <a:buNone/>
              <a:defRPr sz="11200"/>
            </a:lvl1pPr>
            <a:lvl2pPr lvl="1" algn="ctr">
              <a:lnSpc>
                <a:spcPct val="100000"/>
              </a:lnSpc>
              <a:spcBef>
                <a:spcPts val="0"/>
              </a:spcBef>
              <a:spcAft>
                <a:spcPts val="0"/>
              </a:spcAft>
              <a:buSzPts val="11200"/>
              <a:buNone/>
              <a:defRPr sz="11200"/>
            </a:lvl2pPr>
            <a:lvl3pPr lvl="2" algn="ctr">
              <a:lnSpc>
                <a:spcPct val="100000"/>
              </a:lnSpc>
              <a:spcBef>
                <a:spcPts val="0"/>
              </a:spcBef>
              <a:spcAft>
                <a:spcPts val="0"/>
              </a:spcAft>
              <a:buSzPts val="11200"/>
              <a:buNone/>
              <a:defRPr sz="11200"/>
            </a:lvl3pPr>
            <a:lvl4pPr lvl="3" algn="ctr">
              <a:lnSpc>
                <a:spcPct val="100000"/>
              </a:lnSpc>
              <a:spcBef>
                <a:spcPts val="0"/>
              </a:spcBef>
              <a:spcAft>
                <a:spcPts val="0"/>
              </a:spcAft>
              <a:buSzPts val="11200"/>
              <a:buNone/>
              <a:defRPr sz="11200"/>
            </a:lvl4pPr>
            <a:lvl5pPr lvl="4" algn="ctr">
              <a:lnSpc>
                <a:spcPct val="100000"/>
              </a:lnSpc>
              <a:spcBef>
                <a:spcPts val="0"/>
              </a:spcBef>
              <a:spcAft>
                <a:spcPts val="0"/>
              </a:spcAft>
              <a:buSzPts val="11200"/>
              <a:buNone/>
              <a:defRPr sz="11200"/>
            </a:lvl5pPr>
            <a:lvl6pPr lvl="5" algn="ctr">
              <a:lnSpc>
                <a:spcPct val="100000"/>
              </a:lnSpc>
              <a:spcBef>
                <a:spcPts val="0"/>
              </a:spcBef>
              <a:spcAft>
                <a:spcPts val="0"/>
              </a:spcAft>
              <a:buSzPts val="11200"/>
              <a:buNone/>
              <a:defRPr sz="11200"/>
            </a:lvl6pPr>
            <a:lvl7pPr lvl="6" algn="ctr">
              <a:lnSpc>
                <a:spcPct val="100000"/>
              </a:lnSpc>
              <a:spcBef>
                <a:spcPts val="0"/>
              </a:spcBef>
              <a:spcAft>
                <a:spcPts val="0"/>
              </a:spcAft>
              <a:buSzPts val="11200"/>
              <a:buNone/>
              <a:defRPr sz="11200"/>
            </a:lvl7pPr>
            <a:lvl8pPr lvl="7" algn="ctr">
              <a:lnSpc>
                <a:spcPct val="100000"/>
              </a:lnSpc>
              <a:spcBef>
                <a:spcPts val="0"/>
              </a:spcBef>
              <a:spcAft>
                <a:spcPts val="0"/>
              </a:spcAft>
              <a:buSzPts val="11200"/>
              <a:buNone/>
              <a:defRPr sz="11200"/>
            </a:lvl8pPr>
            <a:lvl9pPr lvl="8" algn="ctr">
              <a:lnSpc>
                <a:spcPct val="100000"/>
              </a:lnSpc>
              <a:spcBef>
                <a:spcPts val="0"/>
              </a:spcBef>
              <a:spcAft>
                <a:spcPts val="0"/>
              </a:spcAft>
              <a:buSzPts val="11200"/>
              <a:buNone/>
              <a:defRPr sz="11200"/>
            </a:lvl9pPr>
          </a:lstStyle>
          <a:p/>
        </p:txBody>
      </p:sp>
      <p:sp>
        <p:nvSpPr>
          <p:cNvPr id="39" name="Google Shape;39;p9"/>
          <p:cNvSpPr txBox="1"/>
          <p:nvPr>
            <p:ph idx="2" type="body"/>
          </p:nvPr>
        </p:nvSpPr>
        <p:spPr>
          <a:xfrm>
            <a:off x="23709600" y="4634080"/>
            <a:ext cx="18417600" cy="23648700"/>
          </a:xfrm>
          <a:prstGeom prst="rect">
            <a:avLst/>
          </a:prstGeom>
        </p:spPr>
        <p:txBody>
          <a:bodyPr anchorCtr="0" anchor="ctr" bIns="487600" lIns="487600" spcFirstLastPara="1" rIns="487600" wrap="square" tIns="487600">
            <a:normAutofit/>
          </a:bodyPr>
          <a:lstStyle>
            <a:lvl1pPr indent="-838200" lvl="0" marL="457200">
              <a:spcBef>
                <a:spcPts val="0"/>
              </a:spcBef>
              <a:spcAft>
                <a:spcPts val="0"/>
              </a:spcAft>
              <a:buSzPts val="9600"/>
              <a:buChar char="●"/>
              <a:defRPr sz="9600"/>
            </a:lvl1pPr>
            <a:lvl2pPr indent="-702734" lvl="1" marL="914400">
              <a:spcBef>
                <a:spcPts val="0"/>
              </a:spcBef>
              <a:spcAft>
                <a:spcPts val="0"/>
              </a:spcAft>
              <a:buSzPts val="7467"/>
              <a:buChar char="○"/>
              <a:defRPr sz="7467"/>
            </a:lvl2pPr>
            <a:lvl3pPr indent="-702734" lvl="2" marL="1371600">
              <a:spcBef>
                <a:spcPts val="0"/>
              </a:spcBef>
              <a:spcAft>
                <a:spcPts val="0"/>
              </a:spcAft>
              <a:buSzPts val="7467"/>
              <a:buChar char="■"/>
              <a:defRPr sz="7467"/>
            </a:lvl3pPr>
            <a:lvl4pPr indent="-702734" lvl="3" marL="1828800">
              <a:spcBef>
                <a:spcPts val="0"/>
              </a:spcBef>
              <a:spcAft>
                <a:spcPts val="0"/>
              </a:spcAft>
              <a:buSzPts val="7467"/>
              <a:buChar char="●"/>
              <a:defRPr sz="7467"/>
            </a:lvl4pPr>
            <a:lvl5pPr indent="-702734" lvl="4" marL="2286000">
              <a:spcBef>
                <a:spcPts val="0"/>
              </a:spcBef>
              <a:spcAft>
                <a:spcPts val="0"/>
              </a:spcAft>
              <a:buSzPts val="7467"/>
              <a:buChar char="○"/>
              <a:defRPr sz="7467"/>
            </a:lvl5pPr>
            <a:lvl6pPr indent="-702733" lvl="5" marL="2743200">
              <a:spcBef>
                <a:spcPts val="0"/>
              </a:spcBef>
              <a:spcAft>
                <a:spcPts val="0"/>
              </a:spcAft>
              <a:buSzPts val="7467"/>
              <a:buChar char="■"/>
              <a:defRPr sz="7467"/>
            </a:lvl6pPr>
            <a:lvl7pPr indent="-702733" lvl="6" marL="3200400">
              <a:spcBef>
                <a:spcPts val="0"/>
              </a:spcBef>
              <a:spcAft>
                <a:spcPts val="0"/>
              </a:spcAft>
              <a:buSzPts val="7467"/>
              <a:buChar char="●"/>
              <a:defRPr sz="7467"/>
            </a:lvl7pPr>
            <a:lvl8pPr indent="-702733" lvl="7" marL="3657600">
              <a:spcBef>
                <a:spcPts val="0"/>
              </a:spcBef>
              <a:spcAft>
                <a:spcPts val="0"/>
              </a:spcAft>
              <a:buSzPts val="7467"/>
              <a:buChar char="○"/>
              <a:defRPr sz="7467"/>
            </a:lvl8pPr>
            <a:lvl9pPr indent="-702733" lvl="8" marL="4114800">
              <a:spcBef>
                <a:spcPts val="0"/>
              </a:spcBef>
              <a:spcAft>
                <a:spcPts val="0"/>
              </a:spcAft>
              <a:buSzPts val="7467"/>
              <a:buChar char="■"/>
              <a:defRPr sz="7467"/>
            </a:lvl9pPr>
          </a:lstStyle>
          <a:p/>
        </p:txBody>
      </p:sp>
      <p:sp>
        <p:nvSpPr>
          <p:cNvPr id="40" name="Google Shape;40;p9"/>
          <p:cNvSpPr txBox="1"/>
          <p:nvPr>
            <p:ph idx="12" type="sldNum"/>
          </p:nvPr>
        </p:nvSpPr>
        <p:spPr>
          <a:xfrm>
            <a:off x="40667798" y="29844588"/>
            <a:ext cx="2633700" cy="2519100"/>
          </a:xfrm>
          <a:prstGeom prst="rect">
            <a:avLst/>
          </a:prstGeom>
        </p:spPr>
        <p:txBody>
          <a:bodyPr anchorCtr="0" anchor="ctr" bIns="487600" lIns="487600" spcFirstLastPara="1" rIns="487600" wrap="square" tIns="487600">
            <a:normAutofit/>
          </a:bodyPr>
          <a:lstStyle>
            <a:lvl1pPr lvl="0">
              <a:buNone/>
              <a:defRPr sz="5333"/>
            </a:lvl1pPr>
            <a:lvl2pPr lvl="1">
              <a:buNone/>
              <a:defRPr sz="5333"/>
            </a:lvl2pPr>
            <a:lvl3pPr lvl="2">
              <a:buNone/>
              <a:defRPr sz="5333"/>
            </a:lvl3pPr>
            <a:lvl4pPr lvl="3">
              <a:buNone/>
              <a:defRPr sz="5333"/>
            </a:lvl4pPr>
            <a:lvl5pPr lvl="4">
              <a:buNone/>
              <a:defRPr sz="5333"/>
            </a:lvl5pPr>
            <a:lvl6pPr lvl="5">
              <a:buNone/>
              <a:defRPr sz="5333"/>
            </a:lvl6pPr>
            <a:lvl7pPr lvl="6">
              <a:buNone/>
              <a:defRPr sz="5333"/>
            </a:lvl7pPr>
            <a:lvl8pPr lvl="7">
              <a:buNone/>
              <a:defRPr sz="5333"/>
            </a:lvl8pPr>
            <a:lvl9pPr lvl="8">
              <a:buNone/>
              <a:defRPr sz="5333"/>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1496160" y="27075680"/>
            <a:ext cx="28794300" cy="3872700"/>
          </a:xfrm>
          <a:prstGeom prst="rect">
            <a:avLst/>
          </a:prstGeom>
        </p:spPr>
        <p:txBody>
          <a:bodyPr anchorCtr="0" anchor="ctr" bIns="487600" lIns="487600" spcFirstLastPara="1" rIns="487600" wrap="square" tIns="487600">
            <a:normAutofit/>
          </a:bodyPr>
          <a:lstStyle>
            <a:lvl1pPr indent="-228600" lvl="0" marL="457200">
              <a:lnSpc>
                <a:spcPct val="100000"/>
              </a:lnSpc>
              <a:spcBef>
                <a:spcPts val="0"/>
              </a:spcBef>
              <a:spcAft>
                <a:spcPts val="0"/>
              </a:spcAft>
              <a:buSzPts val="9600"/>
              <a:buNone/>
              <a:defRPr sz="9600"/>
            </a:lvl1pPr>
          </a:lstStyle>
          <a:p/>
        </p:txBody>
      </p:sp>
      <p:sp>
        <p:nvSpPr>
          <p:cNvPr id="43" name="Google Shape;43;p10"/>
          <p:cNvSpPr txBox="1"/>
          <p:nvPr>
            <p:ph idx="12" type="sldNum"/>
          </p:nvPr>
        </p:nvSpPr>
        <p:spPr>
          <a:xfrm>
            <a:off x="40667798" y="29844588"/>
            <a:ext cx="2633700" cy="2519100"/>
          </a:xfrm>
          <a:prstGeom prst="rect">
            <a:avLst/>
          </a:prstGeom>
        </p:spPr>
        <p:txBody>
          <a:bodyPr anchorCtr="0" anchor="ctr" bIns="487600" lIns="487600" spcFirstLastPara="1" rIns="487600" wrap="square" tIns="487600">
            <a:normAutofit/>
          </a:bodyPr>
          <a:lstStyle>
            <a:lvl1pPr lvl="0">
              <a:buNone/>
              <a:defRPr sz="5333"/>
            </a:lvl1pPr>
            <a:lvl2pPr lvl="1">
              <a:buNone/>
              <a:defRPr sz="5333"/>
            </a:lvl2pPr>
            <a:lvl3pPr lvl="2">
              <a:buNone/>
              <a:defRPr sz="5333"/>
            </a:lvl3pPr>
            <a:lvl4pPr lvl="3">
              <a:buNone/>
              <a:defRPr sz="5333"/>
            </a:lvl4pPr>
            <a:lvl5pPr lvl="4">
              <a:buNone/>
              <a:defRPr sz="5333"/>
            </a:lvl5pPr>
            <a:lvl6pPr lvl="5">
              <a:buNone/>
              <a:defRPr sz="5333"/>
            </a:lvl6pPr>
            <a:lvl7pPr lvl="6">
              <a:buNone/>
              <a:defRPr sz="5333"/>
            </a:lvl7pPr>
            <a:lvl8pPr lvl="7">
              <a:buNone/>
              <a:defRPr sz="5333"/>
            </a:lvl8pPr>
            <a:lvl9pPr lvl="8">
              <a:buNone/>
              <a:defRPr sz="5333"/>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1496160" y="7079200"/>
            <a:ext cx="40899000" cy="12566400"/>
          </a:xfrm>
          <a:prstGeom prst="rect">
            <a:avLst/>
          </a:prstGeom>
        </p:spPr>
        <p:txBody>
          <a:bodyPr anchorCtr="0" anchor="b" bIns="487600" lIns="487600" spcFirstLastPara="1" rIns="487600" wrap="square" tIns="487600">
            <a:normAutofit/>
          </a:bodyPr>
          <a:lstStyle>
            <a:lvl1pPr lvl="0" algn="ctr">
              <a:spcBef>
                <a:spcPts val="0"/>
              </a:spcBef>
              <a:spcAft>
                <a:spcPts val="0"/>
              </a:spcAft>
              <a:buSzPts val="64000"/>
              <a:buNone/>
              <a:defRPr sz="64000"/>
            </a:lvl1pPr>
            <a:lvl2pPr lvl="1" algn="ctr">
              <a:spcBef>
                <a:spcPts val="0"/>
              </a:spcBef>
              <a:spcAft>
                <a:spcPts val="0"/>
              </a:spcAft>
              <a:buSzPts val="64000"/>
              <a:buNone/>
              <a:defRPr sz="64000"/>
            </a:lvl2pPr>
            <a:lvl3pPr lvl="2" algn="ctr">
              <a:spcBef>
                <a:spcPts val="0"/>
              </a:spcBef>
              <a:spcAft>
                <a:spcPts val="0"/>
              </a:spcAft>
              <a:buSzPts val="64000"/>
              <a:buNone/>
              <a:defRPr sz="64000"/>
            </a:lvl3pPr>
            <a:lvl4pPr lvl="3" algn="ctr">
              <a:spcBef>
                <a:spcPts val="0"/>
              </a:spcBef>
              <a:spcAft>
                <a:spcPts val="0"/>
              </a:spcAft>
              <a:buSzPts val="64000"/>
              <a:buNone/>
              <a:defRPr sz="64000"/>
            </a:lvl4pPr>
            <a:lvl5pPr lvl="4" algn="ctr">
              <a:spcBef>
                <a:spcPts val="0"/>
              </a:spcBef>
              <a:spcAft>
                <a:spcPts val="0"/>
              </a:spcAft>
              <a:buSzPts val="64000"/>
              <a:buNone/>
              <a:defRPr sz="64000"/>
            </a:lvl5pPr>
            <a:lvl6pPr lvl="5" algn="ctr">
              <a:spcBef>
                <a:spcPts val="0"/>
              </a:spcBef>
              <a:spcAft>
                <a:spcPts val="0"/>
              </a:spcAft>
              <a:buSzPts val="64000"/>
              <a:buNone/>
              <a:defRPr sz="64000"/>
            </a:lvl6pPr>
            <a:lvl7pPr lvl="6" algn="ctr">
              <a:spcBef>
                <a:spcPts val="0"/>
              </a:spcBef>
              <a:spcAft>
                <a:spcPts val="0"/>
              </a:spcAft>
              <a:buSzPts val="64000"/>
              <a:buNone/>
              <a:defRPr sz="64000"/>
            </a:lvl7pPr>
            <a:lvl8pPr lvl="7" algn="ctr">
              <a:spcBef>
                <a:spcPts val="0"/>
              </a:spcBef>
              <a:spcAft>
                <a:spcPts val="0"/>
              </a:spcAft>
              <a:buSzPts val="64000"/>
              <a:buNone/>
              <a:defRPr sz="64000"/>
            </a:lvl8pPr>
            <a:lvl9pPr lvl="8" algn="ctr">
              <a:spcBef>
                <a:spcPts val="0"/>
              </a:spcBef>
              <a:spcAft>
                <a:spcPts val="0"/>
              </a:spcAft>
              <a:buSzPts val="64000"/>
              <a:buNone/>
              <a:defRPr sz="64000"/>
            </a:lvl9pPr>
          </a:lstStyle>
          <a:p>
            <a:r>
              <a:t>xx%</a:t>
            </a:r>
          </a:p>
        </p:txBody>
      </p:sp>
      <p:sp>
        <p:nvSpPr>
          <p:cNvPr id="46" name="Google Shape;46;p11"/>
          <p:cNvSpPr txBox="1"/>
          <p:nvPr>
            <p:ph idx="1" type="body"/>
          </p:nvPr>
        </p:nvSpPr>
        <p:spPr>
          <a:xfrm>
            <a:off x="1496160" y="20174240"/>
            <a:ext cx="40899000" cy="8325000"/>
          </a:xfrm>
          <a:prstGeom prst="rect">
            <a:avLst/>
          </a:prstGeom>
        </p:spPr>
        <p:txBody>
          <a:bodyPr anchorCtr="0" anchor="t" bIns="487600" lIns="487600" spcFirstLastPara="1" rIns="487600" wrap="square" tIns="487600">
            <a:normAutofit/>
          </a:bodyPr>
          <a:lstStyle>
            <a:lvl1pPr indent="-838200" lvl="0" marL="457200" algn="ctr">
              <a:spcBef>
                <a:spcPts val="0"/>
              </a:spcBef>
              <a:spcAft>
                <a:spcPts val="0"/>
              </a:spcAft>
              <a:buSzPts val="9600"/>
              <a:buChar char="●"/>
              <a:defRPr sz="9600"/>
            </a:lvl1pPr>
            <a:lvl2pPr indent="-702734" lvl="1" marL="914400" algn="ctr">
              <a:spcBef>
                <a:spcPts val="0"/>
              </a:spcBef>
              <a:spcAft>
                <a:spcPts val="0"/>
              </a:spcAft>
              <a:buSzPts val="7467"/>
              <a:buChar char="○"/>
              <a:defRPr sz="7467"/>
            </a:lvl2pPr>
            <a:lvl3pPr indent="-702734" lvl="2" marL="1371600" algn="ctr">
              <a:spcBef>
                <a:spcPts val="0"/>
              </a:spcBef>
              <a:spcAft>
                <a:spcPts val="0"/>
              </a:spcAft>
              <a:buSzPts val="7467"/>
              <a:buChar char="■"/>
              <a:defRPr sz="7467"/>
            </a:lvl3pPr>
            <a:lvl4pPr indent="-702734" lvl="3" marL="1828800" algn="ctr">
              <a:spcBef>
                <a:spcPts val="0"/>
              </a:spcBef>
              <a:spcAft>
                <a:spcPts val="0"/>
              </a:spcAft>
              <a:buSzPts val="7467"/>
              <a:buChar char="●"/>
              <a:defRPr sz="7467"/>
            </a:lvl4pPr>
            <a:lvl5pPr indent="-702734" lvl="4" marL="2286000" algn="ctr">
              <a:spcBef>
                <a:spcPts val="0"/>
              </a:spcBef>
              <a:spcAft>
                <a:spcPts val="0"/>
              </a:spcAft>
              <a:buSzPts val="7467"/>
              <a:buChar char="○"/>
              <a:defRPr sz="7467"/>
            </a:lvl5pPr>
            <a:lvl6pPr indent="-702733" lvl="5" marL="2743200" algn="ctr">
              <a:spcBef>
                <a:spcPts val="0"/>
              </a:spcBef>
              <a:spcAft>
                <a:spcPts val="0"/>
              </a:spcAft>
              <a:buSzPts val="7467"/>
              <a:buChar char="■"/>
              <a:defRPr sz="7467"/>
            </a:lvl6pPr>
            <a:lvl7pPr indent="-702733" lvl="6" marL="3200400" algn="ctr">
              <a:spcBef>
                <a:spcPts val="0"/>
              </a:spcBef>
              <a:spcAft>
                <a:spcPts val="0"/>
              </a:spcAft>
              <a:buSzPts val="7467"/>
              <a:buChar char="●"/>
              <a:defRPr sz="7467"/>
            </a:lvl7pPr>
            <a:lvl8pPr indent="-702733" lvl="7" marL="3657600" algn="ctr">
              <a:spcBef>
                <a:spcPts val="0"/>
              </a:spcBef>
              <a:spcAft>
                <a:spcPts val="0"/>
              </a:spcAft>
              <a:buSzPts val="7467"/>
              <a:buChar char="○"/>
              <a:defRPr sz="7467"/>
            </a:lvl8pPr>
            <a:lvl9pPr indent="-702733" lvl="8" marL="4114800" algn="ctr">
              <a:spcBef>
                <a:spcPts val="0"/>
              </a:spcBef>
              <a:spcAft>
                <a:spcPts val="0"/>
              </a:spcAft>
              <a:buSzPts val="7467"/>
              <a:buChar char="■"/>
              <a:defRPr sz="7467"/>
            </a:lvl9pPr>
          </a:lstStyle>
          <a:p/>
        </p:txBody>
      </p:sp>
      <p:sp>
        <p:nvSpPr>
          <p:cNvPr id="47" name="Google Shape;47;p11"/>
          <p:cNvSpPr txBox="1"/>
          <p:nvPr>
            <p:ph idx="12" type="sldNum"/>
          </p:nvPr>
        </p:nvSpPr>
        <p:spPr>
          <a:xfrm>
            <a:off x="40667798" y="29844588"/>
            <a:ext cx="2633700" cy="2519100"/>
          </a:xfrm>
          <a:prstGeom prst="rect">
            <a:avLst/>
          </a:prstGeom>
        </p:spPr>
        <p:txBody>
          <a:bodyPr anchorCtr="0" anchor="ctr" bIns="487600" lIns="487600" spcFirstLastPara="1" rIns="487600" wrap="square" tIns="487600">
            <a:normAutofit/>
          </a:bodyPr>
          <a:lstStyle>
            <a:lvl1pPr lvl="0">
              <a:buNone/>
              <a:defRPr sz="5333"/>
            </a:lvl1pPr>
            <a:lvl2pPr lvl="1">
              <a:buNone/>
              <a:defRPr sz="5333"/>
            </a:lvl2pPr>
            <a:lvl3pPr lvl="2">
              <a:buNone/>
              <a:defRPr sz="5333"/>
            </a:lvl3pPr>
            <a:lvl4pPr lvl="3">
              <a:buNone/>
              <a:defRPr sz="5333"/>
            </a:lvl4pPr>
            <a:lvl5pPr lvl="4">
              <a:buNone/>
              <a:defRPr sz="5333"/>
            </a:lvl5pPr>
            <a:lvl6pPr lvl="5">
              <a:buNone/>
              <a:defRPr sz="5333"/>
            </a:lvl6pPr>
            <a:lvl7pPr lvl="6">
              <a:buNone/>
              <a:defRPr sz="5333"/>
            </a:lvl7pPr>
            <a:lvl8pPr lvl="7">
              <a:buNone/>
              <a:defRPr sz="5333"/>
            </a:lvl8pPr>
            <a:lvl9pPr lvl="8">
              <a:buNone/>
              <a:defRPr sz="5333"/>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40667798" y="29844588"/>
            <a:ext cx="2633700" cy="2519100"/>
          </a:xfrm>
          <a:prstGeom prst="rect">
            <a:avLst/>
          </a:prstGeom>
        </p:spPr>
        <p:txBody>
          <a:bodyPr anchorCtr="0" anchor="ctr" bIns="487600" lIns="487600" spcFirstLastPara="1" rIns="487600" wrap="square" tIns="487600">
            <a:normAutofit/>
          </a:bodyPr>
          <a:lstStyle>
            <a:lvl1pPr lvl="0">
              <a:buNone/>
              <a:defRPr sz="5333"/>
            </a:lvl1pPr>
            <a:lvl2pPr lvl="1">
              <a:buNone/>
              <a:defRPr sz="5333"/>
            </a:lvl2pPr>
            <a:lvl3pPr lvl="2">
              <a:buNone/>
              <a:defRPr sz="5333"/>
            </a:lvl3pPr>
            <a:lvl4pPr lvl="3">
              <a:buNone/>
              <a:defRPr sz="5333"/>
            </a:lvl4pPr>
            <a:lvl5pPr lvl="4">
              <a:buNone/>
              <a:defRPr sz="5333"/>
            </a:lvl5pPr>
            <a:lvl6pPr lvl="5">
              <a:buNone/>
              <a:defRPr sz="5333"/>
            </a:lvl6pPr>
            <a:lvl7pPr lvl="6">
              <a:buNone/>
              <a:defRPr sz="5333"/>
            </a:lvl7pPr>
            <a:lvl8pPr lvl="7">
              <a:buNone/>
              <a:defRPr sz="5333"/>
            </a:lvl8pPr>
            <a:lvl9pPr lvl="8">
              <a:buNone/>
              <a:defRPr sz="5333"/>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1496160" y="2848160"/>
            <a:ext cx="40899000" cy="3665400"/>
          </a:xfrm>
          <a:prstGeom prst="rect">
            <a:avLst/>
          </a:prstGeom>
          <a:noFill/>
          <a:ln>
            <a:noFill/>
          </a:ln>
        </p:spPr>
        <p:txBody>
          <a:bodyPr anchorCtr="0" anchor="t" bIns="487600" lIns="487600" spcFirstLastPara="1" rIns="487600" wrap="square" tIns="487600">
            <a:normAutofit/>
          </a:bodyPr>
          <a:lstStyle>
            <a:lvl1pPr lvl="0">
              <a:spcBef>
                <a:spcPts val="0"/>
              </a:spcBef>
              <a:spcAft>
                <a:spcPts val="0"/>
              </a:spcAft>
              <a:buClr>
                <a:schemeClr val="dk1"/>
              </a:buClr>
              <a:buSzPts val="14933"/>
              <a:buNone/>
              <a:defRPr sz="14933">
                <a:solidFill>
                  <a:schemeClr val="dk1"/>
                </a:solidFill>
              </a:defRPr>
            </a:lvl1pPr>
            <a:lvl2pPr lvl="1">
              <a:spcBef>
                <a:spcPts val="0"/>
              </a:spcBef>
              <a:spcAft>
                <a:spcPts val="0"/>
              </a:spcAft>
              <a:buClr>
                <a:schemeClr val="dk1"/>
              </a:buClr>
              <a:buSzPts val="14933"/>
              <a:buNone/>
              <a:defRPr sz="14933">
                <a:solidFill>
                  <a:schemeClr val="dk1"/>
                </a:solidFill>
              </a:defRPr>
            </a:lvl2pPr>
            <a:lvl3pPr lvl="2">
              <a:spcBef>
                <a:spcPts val="0"/>
              </a:spcBef>
              <a:spcAft>
                <a:spcPts val="0"/>
              </a:spcAft>
              <a:buClr>
                <a:schemeClr val="dk1"/>
              </a:buClr>
              <a:buSzPts val="14933"/>
              <a:buNone/>
              <a:defRPr sz="14933">
                <a:solidFill>
                  <a:schemeClr val="dk1"/>
                </a:solidFill>
              </a:defRPr>
            </a:lvl3pPr>
            <a:lvl4pPr lvl="3">
              <a:spcBef>
                <a:spcPts val="0"/>
              </a:spcBef>
              <a:spcAft>
                <a:spcPts val="0"/>
              </a:spcAft>
              <a:buClr>
                <a:schemeClr val="dk1"/>
              </a:buClr>
              <a:buSzPts val="14933"/>
              <a:buNone/>
              <a:defRPr sz="14933">
                <a:solidFill>
                  <a:schemeClr val="dk1"/>
                </a:solidFill>
              </a:defRPr>
            </a:lvl4pPr>
            <a:lvl5pPr lvl="4">
              <a:spcBef>
                <a:spcPts val="0"/>
              </a:spcBef>
              <a:spcAft>
                <a:spcPts val="0"/>
              </a:spcAft>
              <a:buClr>
                <a:schemeClr val="dk1"/>
              </a:buClr>
              <a:buSzPts val="14933"/>
              <a:buNone/>
              <a:defRPr sz="14933">
                <a:solidFill>
                  <a:schemeClr val="dk1"/>
                </a:solidFill>
              </a:defRPr>
            </a:lvl5pPr>
            <a:lvl6pPr lvl="5">
              <a:spcBef>
                <a:spcPts val="0"/>
              </a:spcBef>
              <a:spcAft>
                <a:spcPts val="0"/>
              </a:spcAft>
              <a:buClr>
                <a:schemeClr val="dk1"/>
              </a:buClr>
              <a:buSzPts val="14933"/>
              <a:buNone/>
              <a:defRPr sz="14933">
                <a:solidFill>
                  <a:schemeClr val="dk1"/>
                </a:solidFill>
              </a:defRPr>
            </a:lvl6pPr>
            <a:lvl7pPr lvl="6">
              <a:spcBef>
                <a:spcPts val="0"/>
              </a:spcBef>
              <a:spcAft>
                <a:spcPts val="0"/>
              </a:spcAft>
              <a:buClr>
                <a:schemeClr val="dk1"/>
              </a:buClr>
              <a:buSzPts val="14933"/>
              <a:buNone/>
              <a:defRPr sz="14933">
                <a:solidFill>
                  <a:schemeClr val="dk1"/>
                </a:solidFill>
              </a:defRPr>
            </a:lvl7pPr>
            <a:lvl8pPr lvl="7">
              <a:spcBef>
                <a:spcPts val="0"/>
              </a:spcBef>
              <a:spcAft>
                <a:spcPts val="0"/>
              </a:spcAft>
              <a:buClr>
                <a:schemeClr val="dk1"/>
              </a:buClr>
              <a:buSzPts val="14933"/>
              <a:buNone/>
              <a:defRPr sz="14933">
                <a:solidFill>
                  <a:schemeClr val="dk1"/>
                </a:solidFill>
              </a:defRPr>
            </a:lvl8pPr>
            <a:lvl9pPr lvl="8">
              <a:spcBef>
                <a:spcPts val="0"/>
              </a:spcBef>
              <a:spcAft>
                <a:spcPts val="0"/>
              </a:spcAft>
              <a:buClr>
                <a:schemeClr val="dk1"/>
              </a:buClr>
              <a:buSzPts val="14933"/>
              <a:buNone/>
              <a:defRPr sz="14933">
                <a:solidFill>
                  <a:schemeClr val="dk1"/>
                </a:solidFill>
              </a:defRPr>
            </a:lvl9pPr>
          </a:lstStyle>
          <a:p/>
        </p:txBody>
      </p:sp>
      <p:sp>
        <p:nvSpPr>
          <p:cNvPr id="7" name="Google Shape;7;p1"/>
          <p:cNvSpPr txBox="1"/>
          <p:nvPr>
            <p:ph idx="1" type="body"/>
          </p:nvPr>
        </p:nvSpPr>
        <p:spPr>
          <a:xfrm>
            <a:off x="1496160" y="7375840"/>
            <a:ext cx="40899000" cy="21864900"/>
          </a:xfrm>
          <a:prstGeom prst="rect">
            <a:avLst/>
          </a:prstGeom>
          <a:noFill/>
          <a:ln>
            <a:noFill/>
          </a:ln>
        </p:spPr>
        <p:txBody>
          <a:bodyPr anchorCtr="0" anchor="t" bIns="487600" lIns="487600" spcFirstLastPara="1" rIns="487600" wrap="square" tIns="487600">
            <a:normAutofit/>
          </a:bodyPr>
          <a:lstStyle>
            <a:lvl1pPr indent="-838200" lvl="0" marL="457200">
              <a:lnSpc>
                <a:spcPct val="115000"/>
              </a:lnSpc>
              <a:spcBef>
                <a:spcPts val="0"/>
              </a:spcBef>
              <a:spcAft>
                <a:spcPts val="0"/>
              </a:spcAft>
              <a:buClr>
                <a:schemeClr val="dk2"/>
              </a:buClr>
              <a:buSzPts val="9600"/>
              <a:buChar char="●"/>
              <a:defRPr sz="9600">
                <a:solidFill>
                  <a:schemeClr val="dk2"/>
                </a:solidFill>
              </a:defRPr>
            </a:lvl1pPr>
            <a:lvl2pPr indent="-702734" lvl="1" marL="914400">
              <a:lnSpc>
                <a:spcPct val="115000"/>
              </a:lnSpc>
              <a:spcBef>
                <a:spcPts val="0"/>
              </a:spcBef>
              <a:spcAft>
                <a:spcPts val="0"/>
              </a:spcAft>
              <a:buClr>
                <a:schemeClr val="dk2"/>
              </a:buClr>
              <a:buSzPts val="7467"/>
              <a:buChar char="○"/>
              <a:defRPr sz="7467">
                <a:solidFill>
                  <a:schemeClr val="dk2"/>
                </a:solidFill>
              </a:defRPr>
            </a:lvl2pPr>
            <a:lvl3pPr indent="-702734" lvl="2" marL="1371600">
              <a:lnSpc>
                <a:spcPct val="115000"/>
              </a:lnSpc>
              <a:spcBef>
                <a:spcPts val="0"/>
              </a:spcBef>
              <a:spcAft>
                <a:spcPts val="0"/>
              </a:spcAft>
              <a:buClr>
                <a:schemeClr val="dk2"/>
              </a:buClr>
              <a:buSzPts val="7467"/>
              <a:buChar char="■"/>
              <a:defRPr sz="7467">
                <a:solidFill>
                  <a:schemeClr val="dk2"/>
                </a:solidFill>
              </a:defRPr>
            </a:lvl3pPr>
            <a:lvl4pPr indent="-702734" lvl="3" marL="1828800">
              <a:lnSpc>
                <a:spcPct val="115000"/>
              </a:lnSpc>
              <a:spcBef>
                <a:spcPts val="0"/>
              </a:spcBef>
              <a:spcAft>
                <a:spcPts val="0"/>
              </a:spcAft>
              <a:buClr>
                <a:schemeClr val="dk2"/>
              </a:buClr>
              <a:buSzPts val="7467"/>
              <a:buChar char="●"/>
              <a:defRPr sz="7467">
                <a:solidFill>
                  <a:schemeClr val="dk2"/>
                </a:solidFill>
              </a:defRPr>
            </a:lvl4pPr>
            <a:lvl5pPr indent="-702734" lvl="4" marL="2286000">
              <a:lnSpc>
                <a:spcPct val="115000"/>
              </a:lnSpc>
              <a:spcBef>
                <a:spcPts val="0"/>
              </a:spcBef>
              <a:spcAft>
                <a:spcPts val="0"/>
              </a:spcAft>
              <a:buClr>
                <a:schemeClr val="dk2"/>
              </a:buClr>
              <a:buSzPts val="7467"/>
              <a:buChar char="○"/>
              <a:defRPr sz="7467">
                <a:solidFill>
                  <a:schemeClr val="dk2"/>
                </a:solidFill>
              </a:defRPr>
            </a:lvl5pPr>
            <a:lvl6pPr indent="-702733" lvl="5" marL="2743200">
              <a:lnSpc>
                <a:spcPct val="115000"/>
              </a:lnSpc>
              <a:spcBef>
                <a:spcPts val="0"/>
              </a:spcBef>
              <a:spcAft>
                <a:spcPts val="0"/>
              </a:spcAft>
              <a:buClr>
                <a:schemeClr val="dk2"/>
              </a:buClr>
              <a:buSzPts val="7467"/>
              <a:buChar char="■"/>
              <a:defRPr sz="7467">
                <a:solidFill>
                  <a:schemeClr val="dk2"/>
                </a:solidFill>
              </a:defRPr>
            </a:lvl6pPr>
            <a:lvl7pPr indent="-702733" lvl="6" marL="3200400">
              <a:lnSpc>
                <a:spcPct val="115000"/>
              </a:lnSpc>
              <a:spcBef>
                <a:spcPts val="0"/>
              </a:spcBef>
              <a:spcAft>
                <a:spcPts val="0"/>
              </a:spcAft>
              <a:buClr>
                <a:schemeClr val="dk2"/>
              </a:buClr>
              <a:buSzPts val="7467"/>
              <a:buChar char="●"/>
              <a:defRPr sz="7467">
                <a:solidFill>
                  <a:schemeClr val="dk2"/>
                </a:solidFill>
              </a:defRPr>
            </a:lvl7pPr>
            <a:lvl8pPr indent="-702733" lvl="7" marL="3657600">
              <a:lnSpc>
                <a:spcPct val="115000"/>
              </a:lnSpc>
              <a:spcBef>
                <a:spcPts val="0"/>
              </a:spcBef>
              <a:spcAft>
                <a:spcPts val="0"/>
              </a:spcAft>
              <a:buClr>
                <a:schemeClr val="dk2"/>
              </a:buClr>
              <a:buSzPts val="7467"/>
              <a:buChar char="○"/>
              <a:defRPr sz="7467">
                <a:solidFill>
                  <a:schemeClr val="dk2"/>
                </a:solidFill>
              </a:defRPr>
            </a:lvl8pPr>
            <a:lvl9pPr indent="-702733" lvl="8" marL="4114800">
              <a:lnSpc>
                <a:spcPct val="115000"/>
              </a:lnSpc>
              <a:spcBef>
                <a:spcPts val="0"/>
              </a:spcBef>
              <a:spcAft>
                <a:spcPts val="0"/>
              </a:spcAft>
              <a:buClr>
                <a:schemeClr val="dk2"/>
              </a:buClr>
              <a:buSzPts val="7467"/>
              <a:buChar char="■"/>
              <a:defRPr sz="7467">
                <a:solidFill>
                  <a:schemeClr val="dk2"/>
                </a:solidFill>
              </a:defRPr>
            </a:lvl9pPr>
          </a:lstStyle>
          <a:p/>
        </p:txBody>
      </p:sp>
      <p:sp>
        <p:nvSpPr>
          <p:cNvPr id="8" name="Google Shape;8;p1"/>
          <p:cNvSpPr txBox="1"/>
          <p:nvPr>
            <p:ph idx="12" type="sldNum"/>
          </p:nvPr>
        </p:nvSpPr>
        <p:spPr>
          <a:xfrm>
            <a:off x="40667798" y="29844588"/>
            <a:ext cx="2633700" cy="2519100"/>
          </a:xfrm>
          <a:prstGeom prst="rect">
            <a:avLst/>
          </a:prstGeom>
          <a:noFill/>
          <a:ln>
            <a:noFill/>
          </a:ln>
        </p:spPr>
        <p:txBody>
          <a:bodyPr anchorCtr="0" anchor="ctr" bIns="487600" lIns="487600" spcFirstLastPara="1" rIns="487600" wrap="square" tIns="487600">
            <a:normAutofit/>
          </a:bodyPr>
          <a:lstStyle>
            <a:lvl1pPr lvl="0" algn="r">
              <a:buNone/>
              <a:defRPr sz="5333">
                <a:solidFill>
                  <a:schemeClr val="dk2"/>
                </a:solidFill>
              </a:defRPr>
            </a:lvl1pPr>
            <a:lvl2pPr lvl="1" algn="r">
              <a:buNone/>
              <a:defRPr sz="5333">
                <a:solidFill>
                  <a:schemeClr val="dk2"/>
                </a:solidFill>
              </a:defRPr>
            </a:lvl2pPr>
            <a:lvl3pPr lvl="2" algn="r">
              <a:buNone/>
              <a:defRPr sz="5333">
                <a:solidFill>
                  <a:schemeClr val="dk2"/>
                </a:solidFill>
              </a:defRPr>
            </a:lvl3pPr>
            <a:lvl4pPr lvl="3" algn="r">
              <a:buNone/>
              <a:defRPr sz="5333">
                <a:solidFill>
                  <a:schemeClr val="dk2"/>
                </a:solidFill>
              </a:defRPr>
            </a:lvl4pPr>
            <a:lvl5pPr lvl="4" algn="r">
              <a:buNone/>
              <a:defRPr sz="5333">
                <a:solidFill>
                  <a:schemeClr val="dk2"/>
                </a:solidFill>
              </a:defRPr>
            </a:lvl5pPr>
            <a:lvl6pPr lvl="5" algn="r">
              <a:buNone/>
              <a:defRPr sz="5333">
                <a:solidFill>
                  <a:schemeClr val="dk2"/>
                </a:solidFill>
              </a:defRPr>
            </a:lvl6pPr>
            <a:lvl7pPr lvl="6" algn="r">
              <a:buNone/>
              <a:defRPr sz="5333">
                <a:solidFill>
                  <a:schemeClr val="dk2"/>
                </a:solidFill>
              </a:defRPr>
            </a:lvl7pPr>
            <a:lvl8pPr lvl="7" algn="r">
              <a:buNone/>
              <a:defRPr sz="5333">
                <a:solidFill>
                  <a:schemeClr val="dk2"/>
                </a:solidFill>
              </a:defRPr>
            </a:lvl8pPr>
            <a:lvl9pPr lvl="8" algn="r">
              <a:buNone/>
              <a:defRPr sz="5333">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4.png"/><Relationship Id="rId5" Type="http://schemas.openxmlformats.org/officeDocument/2006/relationships/image" Target="../media/image5.png"/><Relationship Id="rId6" Type="http://schemas.openxmlformats.org/officeDocument/2006/relationships/image" Target="../media/image6.gif"/><Relationship Id="rId7" Type="http://schemas.openxmlformats.org/officeDocument/2006/relationships/image" Target="../media/image2.gif"/><Relationship Id="rId8"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nvSpPr>
        <p:spPr>
          <a:xfrm>
            <a:off x="702625" y="27441148"/>
            <a:ext cx="9947700" cy="4340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3000">
                <a:solidFill>
                  <a:schemeClr val="dk2"/>
                </a:solidFill>
                <a:latin typeface="Open Sans Medium"/>
                <a:ea typeface="Open Sans Medium"/>
                <a:cs typeface="Open Sans Medium"/>
                <a:sym typeface="Open Sans Medium"/>
              </a:rPr>
              <a:t>The data for this research was obtained from Opportunity Insights, a team of researchers based at Harvard University that analyzes data on a variety of topics. The content of interest for this investigation combines data from the Department of Education’s IPEDS and the College Scorecard databases. Within this dataset, the metrics analyzed were average SAT scores, rejection rate, </a:t>
            </a:r>
            <a:r>
              <a:rPr lang="en" sz="3000">
                <a:solidFill>
                  <a:schemeClr val="dk2"/>
                </a:solidFill>
                <a:latin typeface="Open Sans Medium"/>
                <a:ea typeface="Open Sans Medium"/>
                <a:cs typeface="Open Sans Medium"/>
                <a:sym typeface="Open Sans Medium"/>
              </a:rPr>
              <a:t>college</a:t>
            </a:r>
            <a:r>
              <a:rPr lang="en" sz="3000">
                <a:solidFill>
                  <a:schemeClr val="dk2"/>
                </a:solidFill>
                <a:latin typeface="Open Sans Medium"/>
                <a:ea typeface="Open Sans Medium"/>
                <a:cs typeface="Open Sans Medium"/>
                <a:sym typeface="Open Sans Medium"/>
              </a:rPr>
              <a:t> spending, faculty salary, graduation rate, and median earnings.</a:t>
            </a:r>
            <a:endParaRPr sz="3000">
              <a:solidFill>
                <a:schemeClr val="dk2"/>
              </a:solidFill>
              <a:latin typeface="Open Sans Medium"/>
              <a:ea typeface="Open Sans Medium"/>
              <a:cs typeface="Open Sans Medium"/>
              <a:sym typeface="Open Sans Medium"/>
            </a:endParaRPr>
          </a:p>
        </p:txBody>
      </p:sp>
      <p:sp>
        <p:nvSpPr>
          <p:cNvPr id="55" name="Google Shape;55;p13"/>
          <p:cNvSpPr txBox="1"/>
          <p:nvPr/>
        </p:nvSpPr>
        <p:spPr>
          <a:xfrm>
            <a:off x="33367533" y="28073658"/>
            <a:ext cx="9947700" cy="4140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Clr>
                <a:schemeClr val="dk1"/>
              </a:buClr>
              <a:buSzPts val="1100"/>
              <a:buFont typeface="Arial"/>
              <a:buNone/>
            </a:pPr>
            <a:r>
              <a:rPr lang="en" sz="3000">
                <a:solidFill>
                  <a:schemeClr val="dk1"/>
                </a:solidFill>
                <a:latin typeface="Open Sans"/>
                <a:ea typeface="Open Sans"/>
                <a:cs typeface="Open Sans"/>
                <a:sym typeface="Open Sans"/>
              </a:rPr>
              <a:t>Gladwell, M. (2024). </a:t>
            </a:r>
            <a:r>
              <a:rPr i="1" lang="en" sz="3000">
                <a:solidFill>
                  <a:schemeClr val="dk1"/>
                </a:solidFill>
                <a:latin typeface="Open Sans"/>
                <a:ea typeface="Open Sans"/>
                <a:cs typeface="Open Sans"/>
                <a:sym typeface="Open Sans"/>
              </a:rPr>
              <a:t>David and Goliath: Underdogs, misfits, and the Art of Battling Giants</a:t>
            </a:r>
            <a:r>
              <a:rPr lang="en" sz="3000">
                <a:solidFill>
                  <a:schemeClr val="dk1"/>
                </a:solidFill>
                <a:latin typeface="Open Sans"/>
                <a:ea typeface="Open Sans"/>
                <a:cs typeface="Open Sans"/>
                <a:sym typeface="Open Sans"/>
              </a:rPr>
              <a:t>. Back Bay Books / Little, Brown and Company.</a:t>
            </a:r>
            <a:endParaRPr sz="3000">
              <a:solidFill>
                <a:schemeClr val="dk1"/>
              </a:solidFill>
              <a:latin typeface="Open Sans"/>
              <a:ea typeface="Open Sans"/>
              <a:cs typeface="Open Sans"/>
              <a:sym typeface="Open Sans"/>
            </a:endParaRPr>
          </a:p>
          <a:p>
            <a:pPr indent="0" lvl="0" marL="0" rtl="0" algn="l">
              <a:lnSpc>
                <a:spcPct val="115000"/>
              </a:lnSpc>
              <a:spcBef>
                <a:spcPts val="1200"/>
              </a:spcBef>
              <a:spcAft>
                <a:spcPts val="0"/>
              </a:spcAft>
              <a:buClr>
                <a:schemeClr val="dk1"/>
              </a:buClr>
              <a:buSzPts val="1100"/>
              <a:buFont typeface="Arial"/>
              <a:buNone/>
            </a:pPr>
            <a:r>
              <a:rPr lang="en" sz="3000">
                <a:solidFill>
                  <a:schemeClr val="dk1"/>
                </a:solidFill>
                <a:latin typeface="Open Sans"/>
                <a:ea typeface="Open Sans"/>
                <a:cs typeface="Open Sans"/>
                <a:sym typeface="Open Sans"/>
              </a:rPr>
              <a:t>Opportunity Insights. (n.d.). </a:t>
            </a:r>
            <a:r>
              <a:rPr i="1" lang="en" sz="3000">
                <a:solidFill>
                  <a:schemeClr val="dk1"/>
                </a:solidFill>
                <a:latin typeface="Open Sans"/>
                <a:ea typeface="Open Sans"/>
                <a:cs typeface="Open Sans"/>
                <a:sym typeface="Open Sans"/>
              </a:rPr>
              <a:t>College-level characteristics.</a:t>
            </a:r>
            <a:r>
              <a:rPr lang="en" sz="3000">
                <a:solidFill>
                  <a:schemeClr val="dk1"/>
                </a:solidFill>
                <a:latin typeface="Open Sans"/>
                <a:ea typeface="Open Sans"/>
                <a:cs typeface="Open Sans"/>
                <a:sym typeface="Open Sans"/>
              </a:rPr>
              <a:t> Harvard University. https://opportunityinsights.org/data/ </a:t>
            </a:r>
            <a:endParaRPr sz="3000">
              <a:solidFill>
                <a:schemeClr val="dk1"/>
              </a:solidFill>
              <a:latin typeface="Open Sans"/>
              <a:ea typeface="Open Sans"/>
              <a:cs typeface="Open Sans"/>
              <a:sym typeface="Open Sans"/>
            </a:endParaRPr>
          </a:p>
          <a:p>
            <a:pPr indent="0" lvl="0" marL="0" rtl="0" algn="l">
              <a:spcBef>
                <a:spcPts val="1200"/>
              </a:spcBef>
              <a:spcAft>
                <a:spcPts val="0"/>
              </a:spcAft>
              <a:buNone/>
            </a:pPr>
            <a:r>
              <a:t/>
            </a:r>
            <a:endParaRPr sz="3000">
              <a:solidFill>
                <a:schemeClr val="dk2"/>
              </a:solidFill>
              <a:latin typeface="Open Sans Medium"/>
              <a:ea typeface="Open Sans Medium"/>
              <a:cs typeface="Open Sans Medium"/>
              <a:sym typeface="Open Sans Medium"/>
            </a:endParaRPr>
          </a:p>
        </p:txBody>
      </p:sp>
      <p:sp>
        <p:nvSpPr>
          <p:cNvPr id="56" name="Google Shape;56;p13"/>
          <p:cNvSpPr txBox="1"/>
          <p:nvPr/>
        </p:nvSpPr>
        <p:spPr>
          <a:xfrm>
            <a:off x="761575" y="7245950"/>
            <a:ext cx="9947700" cy="8958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3000">
                <a:solidFill>
                  <a:schemeClr val="dk2"/>
                </a:solidFill>
                <a:latin typeface="Open Sans Medium"/>
                <a:ea typeface="Open Sans Medium"/>
                <a:cs typeface="Open Sans Medium"/>
                <a:sym typeface="Open Sans Medium"/>
              </a:rPr>
              <a:t>Elite institutions have been the highlight of American society, producing top-tier </a:t>
            </a:r>
            <a:r>
              <a:rPr lang="en" sz="3000">
                <a:solidFill>
                  <a:schemeClr val="dk2"/>
                </a:solidFill>
                <a:latin typeface="Open Sans Medium"/>
                <a:ea typeface="Open Sans Medium"/>
                <a:cs typeface="Open Sans Medium"/>
                <a:sym typeface="Open Sans Medium"/>
              </a:rPr>
              <a:t>entrepreneurs</a:t>
            </a:r>
            <a:r>
              <a:rPr lang="en" sz="3000">
                <a:solidFill>
                  <a:schemeClr val="dk2"/>
                </a:solidFill>
                <a:latin typeface="Open Sans Medium"/>
                <a:ea typeface="Open Sans Medium"/>
                <a:cs typeface="Open Sans Medium"/>
                <a:sym typeface="Open Sans Medium"/>
              </a:rPr>
              <a:t>, politicians, and innovators. However, they may also be harmful to students who don’t fit the typical mold. In his book titled “David and Goliath,” Malcolm Gladwell references a term known as “relative deprivation” (Gladwell, 2013). This phrase explains that a key factor in success for individuals is their surrounding environment. </a:t>
            </a:r>
            <a:endParaRPr sz="3000">
              <a:solidFill>
                <a:schemeClr val="dk2"/>
              </a:solidFill>
              <a:latin typeface="Open Sans Medium"/>
              <a:ea typeface="Open Sans Medium"/>
              <a:cs typeface="Open Sans Medium"/>
              <a:sym typeface="Open Sans Medium"/>
            </a:endParaRPr>
          </a:p>
          <a:p>
            <a:pPr indent="0" lvl="0" marL="0" rtl="0" algn="l">
              <a:spcBef>
                <a:spcPts val="0"/>
              </a:spcBef>
              <a:spcAft>
                <a:spcPts val="0"/>
              </a:spcAft>
              <a:buNone/>
            </a:pPr>
            <a:r>
              <a:t/>
            </a:r>
            <a:endParaRPr sz="3000">
              <a:solidFill>
                <a:schemeClr val="dk2"/>
              </a:solidFill>
              <a:latin typeface="Open Sans Medium"/>
              <a:ea typeface="Open Sans Medium"/>
              <a:cs typeface="Open Sans Medium"/>
              <a:sym typeface="Open Sans Medium"/>
            </a:endParaRPr>
          </a:p>
          <a:p>
            <a:pPr indent="0" lvl="0" marL="0" rtl="0" algn="l">
              <a:spcBef>
                <a:spcPts val="0"/>
              </a:spcBef>
              <a:spcAft>
                <a:spcPts val="0"/>
              </a:spcAft>
              <a:buNone/>
            </a:pPr>
            <a:r>
              <a:rPr lang="en" sz="3000">
                <a:solidFill>
                  <a:schemeClr val="dk2"/>
                </a:solidFill>
                <a:latin typeface="Open Sans Medium"/>
                <a:ea typeface="Open Sans Medium"/>
                <a:cs typeface="Open Sans Medium"/>
                <a:sym typeface="Open Sans Medium"/>
              </a:rPr>
              <a:t>This study examines this phenomenon, referred to as the “Big-Fish-Little-Pond Effect” (BF-LPE). The more elite an educational institution is, the less confident those that aren’t in the top percentile feel about their own abilities. These same students would very likely perform much better at institutions less prestigious. The following sections will examine this in more detail, as well as compare the long-term outcomes of this scenario.</a:t>
            </a:r>
            <a:endParaRPr sz="3000">
              <a:solidFill>
                <a:schemeClr val="dk2"/>
              </a:solidFill>
              <a:latin typeface="Open Sans Medium"/>
              <a:ea typeface="Open Sans Medium"/>
              <a:cs typeface="Open Sans Medium"/>
              <a:sym typeface="Open Sans Medium"/>
            </a:endParaRPr>
          </a:p>
        </p:txBody>
      </p:sp>
      <p:sp>
        <p:nvSpPr>
          <p:cNvPr id="57" name="Google Shape;57;p13"/>
          <p:cNvSpPr/>
          <p:nvPr/>
        </p:nvSpPr>
        <p:spPr>
          <a:xfrm>
            <a:off x="-1" y="-1"/>
            <a:ext cx="43891200" cy="5858400"/>
          </a:xfrm>
          <a:prstGeom prst="rect">
            <a:avLst/>
          </a:prstGeom>
          <a:gradFill>
            <a:gsLst>
              <a:gs pos="0">
                <a:srgbClr val="8CB1BE"/>
              </a:gs>
              <a:gs pos="9000">
                <a:srgbClr val="E1EBEF"/>
              </a:gs>
              <a:gs pos="100000">
                <a:srgbClr val="E1EBEF"/>
              </a:gs>
            </a:gsLst>
            <a:lin ang="16200038"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9600" u="none" cap="none" strike="noStrike">
              <a:solidFill>
                <a:srgbClr val="000000"/>
              </a:solidFill>
              <a:latin typeface="Calibri"/>
              <a:ea typeface="Calibri"/>
              <a:cs typeface="Calibri"/>
              <a:sym typeface="Calibri"/>
            </a:endParaRPr>
          </a:p>
        </p:txBody>
      </p:sp>
      <p:sp>
        <p:nvSpPr>
          <p:cNvPr id="58" name="Google Shape;58;p13"/>
          <p:cNvSpPr/>
          <p:nvPr/>
        </p:nvSpPr>
        <p:spPr>
          <a:xfrm>
            <a:off x="0" y="31987648"/>
            <a:ext cx="43891200" cy="1197300"/>
          </a:xfrm>
          <a:prstGeom prst="rect">
            <a:avLst/>
          </a:prstGeom>
          <a:solidFill>
            <a:srgbClr val="18453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9600" u="none" cap="none" strike="noStrike">
              <a:solidFill>
                <a:srgbClr val="000000"/>
              </a:solidFill>
              <a:latin typeface="Calibri"/>
              <a:ea typeface="Calibri"/>
              <a:cs typeface="Calibri"/>
              <a:sym typeface="Calibri"/>
            </a:endParaRPr>
          </a:p>
        </p:txBody>
      </p:sp>
      <p:sp>
        <p:nvSpPr>
          <p:cNvPr id="59" name="Google Shape;59;p13"/>
          <p:cNvSpPr txBox="1"/>
          <p:nvPr/>
        </p:nvSpPr>
        <p:spPr>
          <a:xfrm>
            <a:off x="0" y="406075"/>
            <a:ext cx="43891200" cy="27966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Clr>
                <a:srgbClr val="C00000"/>
              </a:buClr>
              <a:buSzPts val="8500"/>
              <a:buFont typeface="Arial"/>
              <a:buNone/>
            </a:pPr>
            <a:r>
              <a:rPr b="1" lang="en" sz="8500">
                <a:solidFill>
                  <a:srgbClr val="18453B"/>
                </a:solidFill>
                <a:latin typeface="Bree Serif"/>
                <a:ea typeface="Bree Serif"/>
                <a:cs typeface="Bree Serif"/>
                <a:sym typeface="Bree Serif"/>
              </a:rPr>
              <a:t>The Big-Fish-Little-Pond Effect: How Institutional Prestige </a:t>
            </a:r>
            <a:endParaRPr b="1" sz="8500">
              <a:solidFill>
                <a:srgbClr val="18453B"/>
              </a:solidFill>
              <a:latin typeface="Bree Serif"/>
              <a:ea typeface="Bree Serif"/>
              <a:cs typeface="Bree Serif"/>
              <a:sym typeface="Bree Serif"/>
            </a:endParaRPr>
          </a:p>
          <a:p>
            <a:pPr indent="0" lvl="0" marL="0" marR="0" rtl="0" algn="ctr">
              <a:spcBef>
                <a:spcPts val="0"/>
              </a:spcBef>
              <a:spcAft>
                <a:spcPts val="0"/>
              </a:spcAft>
              <a:buClr>
                <a:srgbClr val="C00000"/>
              </a:buClr>
              <a:buSzPts val="8500"/>
              <a:buFont typeface="Arial"/>
              <a:buNone/>
            </a:pPr>
            <a:r>
              <a:rPr b="1" lang="en" sz="8500">
                <a:solidFill>
                  <a:srgbClr val="18453B"/>
                </a:solidFill>
                <a:latin typeface="Bree Serif"/>
                <a:ea typeface="Bree Serif"/>
                <a:cs typeface="Bree Serif"/>
                <a:sym typeface="Bree Serif"/>
              </a:rPr>
              <a:t>Shapes Student Outcomes</a:t>
            </a:r>
            <a:endParaRPr>
              <a:solidFill>
                <a:srgbClr val="18453B"/>
              </a:solidFill>
            </a:endParaRPr>
          </a:p>
        </p:txBody>
      </p:sp>
      <p:sp>
        <p:nvSpPr>
          <p:cNvPr id="60" name="Google Shape;60;p13"/>
          <p:cNvSpPr txBox="1"/>
          <p:nvPr/>
        </p:nvSpPr>
        <p:spPr>
          <a:xfrm>
            <a:off x="0" y="3380300"/>
            <a:ext cx="43891200" cy="19599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Clr>
                <a:srgbClr val="000000"/>
              </a:buClr>
              <a:buSzPts val="5600"/>
              <a:buFont typeface="Arial"/>
              <a:buNone/>
            </a:pPr>
            <a:r>
              <a:rPr lang="en" sz="5600">
                <a:solidFill>
                  <a:srgbClr val="000000"/>
                </a:solidFill>
                <a:latin typeface="Open Sans"/>
                <a:ea typeface="Open Sans"/>
                <a:cs typeface="Open Sans"/>
                <a:sym typeface="Open Sans"/>
              </a:rPr>
              <a:t>Mikel Good</a:t>
            </a:r>
            <a:endParaRPr/>
          </a:p>
          <a:p>
            <a:pPr indent="0" lvl="0" marL="0" marR="0" rtl="0" algn="ctr">
              <a:spcBef>
                <a:spcPts val="1120"/>
              </a:spcBef>
              <a:spcAft>
                <a:spcPts val="0"/>
              </a:spcAft>
              <a:buClr>
                <a:srgbClr val="000000"/>
              </a:buClr>
              <a:buSzPts val="5600"/>
              <a:buFont typeface="Arial"/>
              <a:buNone/>
            </a:pPr>
            <a:r>
              <a:rPr lang="en" sz="5600">
                <a:solidFill>
                  <a:srgbClr val="000000"/>
                </a:solidFill>
                <a:latin typeface="Open Sans"/>
                <a:ea typeface="Open Sans"/>
                <a:cs typeface="Open Sans"/>
                <a:sym typeface="Open Sans"/>
              </a:rPr>
              <a:t>CMSE 402: Introduction to Data Visualization Principles and Techniques</a:t>
            </a:r>
            <a:endParaRPr/>
          </a:p>
        </p:txBody>
      </p:sp>
      <p:grpSp>
        <p:nvGrpSpPr>
          <p:cNvPr id="61" name="Google Shape;61;p13"/>
          <p:cNvGrpSpPr/>
          <p:nvPr/>
        </p:nvGrpSpPr>
        <p:grpSpPr>
          <a:xfrm>
            <a:off x="761575" y="6192950"/>
            <a:ext cx="9829800" cy="1037400"/>
            <a:chOff x="16049600" y="9657225"/>
            <a:chExt cx="9829800" cy="1037400"/>
          </a:xfrm>
        </p:grpSpPr>
        <p:sp>
          <p:nvSpPr>
            <p:cNvPr id="62" name="Google Shape;62;p13"/>
            <p:cNvSpPr txBox="1"/>
            <p:nvPr/>
          </p:nvSpPr>
          <p:spPr>
            <a:xfrm>
              <a:off x="16049600" y="9657225"/>
              <a:ext cx="9829800" cy="954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5000">
                  <a:solidFill>
                    <a:schemeClr val="dk1"/>
                  </a:solidFill>
                  <a:latin typeface="Bree Serif"/>
                  <a:ea typeface="Bree Serif"/>
                  <a:cs typeface="Bree Serif"/>
                  <a:sym typeface="Bree Serif"/>
                </a:rPr>
                <a:t>Introduction</a:t>
              </a:r>
              <a:endParaRPr b="1" sz="5000">
                <a:solidFill>
                  <a:schemeClr val="dk1"/>
                </a:solidFill>
                <a:latin typeface="Bree Serif"/>
                <a:ea typeface="Bree Serif"/>
                <a:cs typeface="Bree Serif"/>
                <a:sym typeface="Bree Serif"/>
              </a:endParaRPr>
            </a:p>
          </p:txBody>
        </p:sp>
        <p:sp>
          <p:nvSpPr>
            <p:cNvPr id="63" name="Google Shape;63;p13"/>
            <p:cNvSpPr/>
            <p:nvPr/>
          </p:nvSpPr>
          <p:spPr>
            <a:xfrm>
              <a:off x="16049600" y="10510425"/>
              <a:ext cx="9829800" cy="184200"/>
            </a:xfrm>
            <a:prstGeom prst="rect">
              <a:avLst/>
            </a:prstGeom>
            <a:solidFill>
              <a:srgbClr val="18453B"/>
            </a:solidFill>
            <a:ln cap="flat" cmpd="sng" w="9525">
              <a:solidFill>
                <a:srgbClr val="23363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grpSp>
        <p:nvGrpSpPr>
          <p:cNvPr id="64" name="Google Shape;64;p13"/>
          <p:cNvGrpSpPr/>
          <p:nvPr/>
        </p:nvGrpSpPr>
        <p:grpSpPr>
          <a:xfrm>
            <a:off x="15241182" y="6246650"/>
            <a:ext cx="13262274" cy="999300"/>
            <a:chOff x="16049600" y="9695325"/>
            <a:chExt cx="9947700" cy="999300"/>
          </a:xfrm>
        </p:grpSpPr>
        <p:sp>
          <p:nvSpPr>
            <p:cNvPr id="65" name="Google Shape;65;p13"/>
            <p:cNvSpPr txBox="1"/>
            <p:nvPr/>
          </p:nvSpPr>
          <p:spPr>
            <a:xfrm>
              <a:off x="16049600" y="9695325"/>
              <a:ext cx="9947700" cy="954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5000">
                  <a:solidFill>
                    <a:schemeClr val="dk1"/>
                  </a:solidFill>
                  <a:latin typeface="Bree Serif"/>
                  <a:ea typeface="Bree Serif"/>
                  <a:cs typeface="Bree Serif"/>
                  <a:sym typeface="Bree Serif"/>
                </a:rPr>
                <a:t>Results</a:t>
              </a:r>
              <a:endParaRPr b="1" sz="5000">
                <a:solidFill>
                  <a:schemeClr val="dk1"/>
                </a:solidFill>
                <a:latin typeface="Bree Serif"/>
                <a:ea typeface="Bree Serif"/>
                <a:cs typeface="Bree Serif"/>
                <a:sym typeface="Bree Serif"/>
              </a:endParaRPr>
            </a:p>
          </p:txBody>
        </p:sp>
        <p:sp>
          <p:nvSpPr>
            <p:cNvPr id="66" name="Google Shape;66;p13"/>
            <p:cNvSpPr/>
            <p:nvPr/>
          </p:nvSpPr>
          <p:spPr>
            <a:xfrm>
              <a:off x="16049600" y="10510425"/>
              <a:ext cx="9829800" cy="184200"/>
            </a:xfrm>
            <a:prstGeom prst="rect">
              <a:avLst/>
            </a:prstGeom>
            <a:solidFill>
              <a:srgbClr val="18453B"/>
            </a:solidFill>
            <a:ln cap="flat" cmpd="sng" w="9525">
              <a:solidFill>
                <a:srgbClr val="23363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grpSp>
        <p:nvGrpSpPr>
          <p:cNvPr id="67" name="Google Shape;67;p13"/>
          <p:cNvGrpSpPr/>
          <p:nvPr/>
        </p:nvGrpSpPr>
        <p:grpSpPr>
          <a:xfrm>
            <a:off x="33212209" y="6192950"/>
            <a:ext cx="9947700" cy="999300"/>
            <a:chOff x="16049600" y="9695325"/>
            <a:chExt cx="9947700" cy="999300"/>
          </a:xfrm>
        </p:grpSpPr>
        <p:sp>
          <p:nvSpPr>
            <p:cNvPr id="68" name="Google Shape;68;p13"/>
            <p:cNvSpPr txBox="1"/>
            <p:nvPr/>
          </p:nvSpPr>
          <p:spPr>
            <a:xfrm>
              <a:off x="16049600" y="9695325"/>
              <a:ext cx="9947700" cy="954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5000">
                  <a:solidFill>
                    <a:schemeClr val="dk1"/>
                  </a:solidFill>
                  <a:latin typeface="Bree Serif"/>
                  <a:ea typeface="Bree Serif"/>
                  <a:cs typeface="Bree Serif"/>
                  <a:sym typeface="Bree Serif"/>
                </a:rPr>
                <a:t>Discussion</a:t>
              </a:r>
              <a:endParaRPr b="1" sz="5000">
                <a:solidFill>
                  <a:schemeClr val="dk1"/>
                </a:solidFill>
                <a:latin typeface="Bree Serif"/>
                <a:ea typeface="Bree Serif"/>
                <a:cs typeface="Bree Serif"/>
                <a:sym typeface="Bree Serif"/>
              </a:endParaRPr>
            </a:p>
          </p:txBody>
        </p:sp>
        <p:sp>
          <p:nvSpPr>
            <p:cNvPr id="69" name="Google Shape;69;p13"/>
            <p:cNvSpPr/>
            <p:nvPr/>
          </p:nvSpPr>
          <p:spPr>
            <a:xfrm>
              <a:off x="16049600" y="10510425"/>
              <a:ext cx="9829800" cy="184200"/>
            </a:xfrm>
            <a:prstGeom prst="rect">
              <a:avLst/>
            </a:prstGeom>
            <a:solidFill>
              <a:srgbClr val="18453B"/>
            </a:solidFill>
            <a:ln cap="flat" cmpd="sng" w="9525">
              <a:solidFill>
                <a:srgbClr val="23363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grpSp>
        <p:nvGrpSpPr>
          <p:cNvPr id="70" name="Google Shape;70;p13"/>
          <p:cNvGrpSpPr/>
          <p:nvPr/>
        </p:nvGrpSpPr>
        <p:grpSpPr>
          <a:xfrm>
            <a:off x="761575" y="26441860"/>
            <a:ext cx="9829800" cy="999276"/>
            <a:chOff x="16049600" y="9695349"/>
            <a:chExt cx="9829800" cy="999276"/>
          </a:xfrm>
        </p:grpSpPr>
        <p:sp>
          <p:nvSpPr>
            <p:cNvPr id="71" name="Google Shape;71;p13"/>
            <p:cNvSpPr txBox="1"/>
            <p:nvPr/>
          </p:nvSpPr>
          <p:spPr>
            <a:xfrm>
              <a:off x="16049600" y="9695349"/>
              <a:ext cx="9829800" cy="954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5000">
                  <a:solidFill>
                    <a:schemeClr val="dk1"/>
                  </a:solidFill>
                  <a:latin typeface="Bree Serif"/>
                  <a:ea typeface="Bree Serif"/>
                  <a:cs typeface="Bree Serif"/>
                  <a:sym typeface="Bree Serif"/>
                </a:rPr>
                <a:t>Data &amp; Methods</a:t>
              </a:r>
              <a:endParaRPr b="1" sz="5000">
                <a:solidFill>
                  <a:schemeClr val="dk1"/>
                </a:solidFill>
                <a:latin typeface="Bree Serif"/>
                <a:ea typeface="Bree Serif"/>
                <a:cs typeface="Bree Serif"/>
                <a:sym typeface="Bree Serif"/>
              </a:endParaRPr>
            </a:p>
          </p:txBody>
        </p:sp>
        <p:sp>
          <p:nvSpPr>
            <p:cNvPr id="72" name="Google Shape;72;p13"/>
            <p:cNvSpPr/>
            <p:nvPr/>
          </p:nvSpPr>
          <p:spPr>
            <a:xfrm>
              <a:off x="16049600" y="10510425"/>
              <a:ext cx="9829800" cy="184200"/>
            </a:xfrm>
            <a:prstGeom prst="rect">
              <a:avLst/>
            </a:prstGeom>
            <a:solidFill>
              <a:srgbClr val="18453B"/>
            </a:solidFill>
            <a:ln cap="flat" cmpd="sng" w="9525">
              <a:solidFill>
                <a:srgbClr val="23363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grpSp>
        <p:nvGrpSpPr>
          <p:cNvPr id="73" name="Google Shape;73;p13"/>
          <p:cNvGrpSpPr/>
          <p:nvPr/>
        </p:nvGrpSpPr>
        <p:grpSpPr>
          <a:xfrm>
            <a:off x="33308578" y="20211403"/>
            <a:ext cx="9829800" cy="999300"/>
            <a:chOff x="16049600" y="9695325"/>
            <a:chExt cx="9829800" cy="999300"/>
          </a:xfrm>
        </p:grpSpPr>
        <p:sp>
          <p:nvSpPr>
            <p:cNvPr id="74" name="Google Shape;74;p13"/>
            <p:cNvSpPr txBox="1"/>
            <p:nvPr/>
          </p:nvSpPr>
          <p:spPr>
            <a:xfrm>
              <a:off x="16049600" y="9695325"/>
              <a:ext cx="9829800" cy="954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5000">
                  <a:solidFill>
                    <a:schemeClr val="dk1"/>
                  </a:solidFill>
                  <a:latin typeface="Bree Serif"/>
                  <a:ea typeface="Bree Serif"/>
                  <a:cs typeface="Bree Serif"/>
                  <a:sym typeface="Bree Serif"/>
                </a:rPr>
                <a:t>Conclusion</a:t>
              </a:r>
              <a:endParaRPr b="1" sz="5000">
                <a:solidFill>
                  <a:schemeClr val="dk1"/>
                </a:solidFill>
                <a:latin typeface="Bree Serif"/>
                <a:ea typeface="Bree Serif"/>
                <a:cs typeface="Bree Serif"/>
                <a:sym typeface="Bree Serif"/>
              </a:endParaRPr>
            </a:p>
          </p:txBody>
        </p:sp>
        <p:sp>
          <p:nvSpPr>
            <p:cNvPr id="75" name="Google Shape;75;p13"/>
            <p:cNvSpPr/>
            <p:nvPr/>
          </p:nvSpPr>
          <p:spPr>
            <a:xfrm>
              <a:off x="16049600" y="10510425"/>
              <a:ext cx="9829800" cy="184200"/>
            </a:xfrm>
            <a:prstGeom prst="rect">
              <a:avLst/>
            </a:prstGeom>
            <a:solidFill>
              <a:srgbClr val="18453B"/>
            </a:solidFill>
            <a:ln cap="flat" cmpd="sng" w="9525">
              <a:solidFill>
                <a:srgbClr val="23363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grpSp>
        <p:nvGrpSpPr>
          <p:cNvPr id="76" name="Google Shape;76;p13"/>
          <p:cNvGrpSpPr/>
          <p:nvPr/>
        </p:nvGrpSpPr>
        <p:grpSpPr>
          <a:xfrm>
            <a:off x="33367526" y="26990320"/>
            <a:ext cx="9829800" cy="999300"/>
            <a:chOff x="16049600" y="9695325"/>
            <a:chExt cx="9829800" cy="999300"/>
          </a:xfrm>
        </p:grpSpPr>
        <p:sp>
          <p:nvSpPr>
            <p:cNvPr id="77" name="Google Shape;77;p13"/>
            <p:cNvSpPr txBox="1"/>
            <p:nvPr/>
          </p:nvSpPr>
          <p:spPr>
            <a:xfrm>
              <a:off x="16049600" y="9695325"/>
              <a:ext cx="9829800" cy="954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5000">
                  <a:solidFill>
                    <a:schemeClr val="dk1"/>
                  </a:solidFill>
                  <a:latin typeface="Bree Serif"/>
                  <a:ea typeface="Bree Serif"/>
                  <a:cs typeface="Bree Serif"/>
                  <a:sym typeface="Bree Serif"/>
                </a:rPr>
                <a:t>References</a:t>
              </a:r>
              <a:endParaRPr sz="5000"/>
            </a:p>
          </p:txBody>
        </p:sp>
        <p:sp>
          <p:nvSpPr>
            <p:cNvPr id="78" name="Google Shape;78;p13"/>
            <p:cNvSpPr/>
            <p:nvPr/>
          </p:nvSpPr>
          <p:spPr>
            <a:xfrm>
              <a:off x="16049600" y="10510425"/>
              <a:ext cx="9829800" cy="184200"/>
            </a:xfrm>
            <a:prstGeom prst="rect">
              <a:avLst/>
            </a:prstGeom>
            <a:solidFill>
              <a:srgbClr val="18453B"/>
            </a:solidFill>
            <a:ln cap="flat" cmpd="sng" w="9525">
              <a:solidFill>
                <a:srgbClr val="23363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pic>
        <p:nvPicPr>
          <p:cNvPr id="79" name="Google Shape;79;p13"/>
          <p:cNvPicPr preferRelativeResize="0"/>
          <p:nvPr/>
        </p:nvPicPr>
        <p:blipFill>
          <a:blip r:embed="rId3">
            <a:alphaModFix/>
          </a:blip>
          <a:stretch>
            <a:fillRect/>
          </a:stretch>
        </p:blipFill>
        <p:spPr>
          <a:xfrm>
            <a:off x="36509325" y="916675"/>
            <a:ext cx="6207017" cy="3491450"/>
          </a:xfrm>
          <a:prstGeom prst="rect">
            <a:avLst/>
          </a:prstGeom>
          <a:noFill/>
          <a:ln>
            <a:noFill/>
          </a:ln>
        </p:spPr>
      </p:pic>
      <p:pic>
        <p:nvPicPr>
          <p:cNvPr id="80" name="Google Shape;80;p13" title="violin_plot.png"/>
          <p:cNvPicPr preferRelativeResize="0"/>
          <p:nvPr/>
        </p:nvPicPr>
        <p:blipFill>
          <a:blip r:embed="rId4">
            <a:alphaModFix/>
          </a:blip>
          <a:stretch>
            <a:fillRect/>
          </a:stretch>
        </p:blipFill>
        <p:spPr>
          <a:xfrm>
            <a:off x="33418700" y="14523079"/>
            <a:ext cx="9416801" cy="5468696"/>
          </a:xfrm>
          <a:prstGeom prst="rect">
            <a:avLst/>
          </a:prstGeom>
          <a:noFill/>
          <a:ln>
            <a:noFill/>
          </a:ln>
        </p:spPr>
      </p:pic>
      <p:sp>
        <p:nvSpPr>
          <p:cNvPr id="81" name="Google Shape;81;p13"/>
          <p:cNvSpPr txBox="1"/>
          <p:nvPr/>
        </p:nvSpPr>
        <p:spPr>
          <a:xfrm>
            <a:off x="33153250" y="7192250"/>
            <a:ext cx="9947700" cy="7111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3000">
                <a:solidFill>
                  <a:schemeClr val="dk2"/>
                </a:solidFill>
                <a:latin typeface="Open Sans Medium"/>
                <a:ea typeface="Open Sans Medium"/>
                <a:cs typeface="Open Sans Medium"/>
                <a:sym typeface="Open Sans Medium"/>
              </a:rPr>
              <a:t>This analysis affirms the BF-LPE theory, as presented by Malcolm Gladwell. While the median income trends upward with increased institutional selectivity, these outcomes were not equal for all students. Elite </a:t>
            </a:r>
            <a:r>
              <a:rPr lang="en" sz="3000">
                <a:solidFill>
                  <a:schemeClr val="dk2"/>
                </a:solidFill>
                <a:latin typeface="Open Sans Medium"/>
                <a:ea typeface="Open Sans Medium"/>
                <a:cs typeface="Open Sans Medium"/>
                <a:sym typeface="Open Sans Medium"/>
              </a:rPr>
              <a:t>institutions</a:t>
            </a:r>
            <a:r>
              <a:rPr lang="en" sz="3000">
                <a:solidFill>
                  <a:schemeClr val="dk2"/>
                </a:solidFill>
                <a:latin typeface="Open Sans Medium"/>
                <a:ea typeface="Open Sans Medium"/>
                <a:cs typeface="Open Sans Medium"/>
                <a:sym typeface="Open Sans Medium"/>
              </a:rPr>
              <a:t> provide Individuals at more prestigious institutions who perform below average academically tend to have lower long-term success compared to high-achieving students at less prestigious universities, as measured by their median income 10 years later. This aligns with Gladwell’s argument using a different metric — number of publications. The comparison and data showed that the graduates in the 99th percentile of non-top 30 institutions had greater rates of publication than those in the 80th percentile and below of elite universities.</a:t>
            </a:r>
            <a:endParaRPr sz="4300">
              <a:solidFill>
                <a:schemeClr val="dk2"/>
              </a:solidFill>
              <a:latin typeface="Open Sans Medium"/>
              <a:ea typeface="Open Sans Medium"/>
              <a:cs typeface="Open Sans Medium"/>
              <a:sym typeface="Open Sans Medium"/>
            </a:endParaRPr>
          </a:p>
        </p:txBody>
      </p:sp>
      <p:sp>
        <p:nvSpPr>
          <p:cNvPr id="82" name="Google Shape;82;p13"/>
          <p:cNvSpPr txBox="1"/>
          <p:nvPr/>
        </p:nvSpPr>
        <p:spPr>
          <a:xfrm>
            <a:off x="33249625" y="21210703"/>
            <a:ext cx="9947700" cy="5725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3000">
                <a:solidFill>
                  <a:schemeClr val="dk2"/>
                </a:solidFill>
                <a:latin typeface="Open Sans Medium"/>
                <a:ea typeface="Open Sans Medium"/>
                <a:cs typeface="Open Sans Medium"/>
                <a:sym typeface="Open Sans Medium"/>
              </a:rPr>
              <a:t>While students at elite institutions earn more on average, there is more to the story than what is observed at the surface. The long-term success of an individual depends on a multitude of factors, and of them one of great importance is their self-concept. The same qualities that prestigious universities are founded on, such as selectivity and academic rigor, are those that cause students on the lower end of the academic distribution to struggle. Because of this, when choosing between institutions, students may benefit from considering where they’re more likely to thrive, not solely those of greatest prestige.</a:t>
            </a:r>
            <a:endParaRPr sz="4000">
              <a:solidFill>
                <a:schemeClr val="dk2"/>
              </a:solidFill>
              <a:latin typeface="Open Sans Medium"/>
              <a:ea typeface="Open Sans Medium"/>
              <a:cs typeface="Open Sans Medium"/>
              <a:sym typeface="Open Sans Medium"/>
            </a:endParaRPr>
          </a:p>
        </p:txBody>
      </p:sp>
      <p:pic>
        <p:nvPicPr>
          <p:cNvPr id="83" name="Google Shape;83;p13" title="scatter.png"/>
          <p:cNvPicPr preferRelativeResize="0"/>
          <p:nvPr/>
        </p:nvPicPr>
        <p:blipFill>
          <a:blip r:embed="rId5">
            <a:alphaModFix/>
          </a:blip>
          <a:stretch>
            <a:fillRect/>
          </a:stretch>
        </p:blipFill>
        <p:spPr>
          <a:xfrm>
            <a:off x="531763" y="16838000"/>
            <a:ext cx="10289413" cy="8229599"/>
          </a:xfrm>
          <a:prstGeom prst="rect">
            <a:avLst/>
          </a:prstGeom>
          <a:noFill/>
          <a:ln>
            <a:noFill/>
          </a:ln>
        </p:spPr>
      </p:pic>
      <p:sp>
        <p:nvSpPr>
          <p:cNvPr id="84" name="Google Shape;84;p13"/>
          <p:cNvSpPr txBox="1"/>
          <p:nvPr/>
        </p:nvSpPr>
        <p:spPr>
          <a:xfrm>
            <a:off x="15201437" y="17138379"/>
            <a:ext cx="13262400" cy="5264100"/>
          </a:xfrm>
          <a:prstGeom prst="rect">
            <a:avLst/>
          </a:prstGeom>
          <a:noFill/>
          <a:ln>
            <a:noFill/>
          </a:ln>
        </p:spPr>
        <p:txBody>
          <a:bodyPr anchorCtr="0" anchor="t" bIns="91425" lIns="91425" spcFirstLastPara="1" rIns="91425" wrap="square" tIns="91425">
            <a:spAutoFit/>
          </a:bodyPr>
          <a:lstStyle/>
          <a:p>
            <a:pPr indent="-419100" lvl="0" marL="457200" rtl="0" algn="l">
              <a:spcBef>
                <a:spcPts val="0"/>
              </a:spcBef>
              <a:spcAft>
                <a:spcPts val="0"/>
              </a:spcAft>
              <a:buClr>
                <a:schemeClr val="dk2"/>
              </a:buClr>
              <a:buSzPts val="3000"/>
              <a:buFont typeface="Open Sans Medium"/>
              <a:buChar char="●"/>
            </a:pPr>
            <a:r>
              <a:rPr lang="en" sz="3000">
                <a:solidFill>
                  <a:schemeClr val="dk2"/>
                </a:solidFill>
                <a:latin typeface="Open Sans Medium"/>
                <a:ea typeface="Open Sans Medium"/>
                <a:cs typeface="Open Sans Medium"/>
                <a:sym typeface="Open Sans Medium"/>
              </a:rPr>
              <a:t>Median earnings vary by institution type. Students at elite schools tend to earn more in the long term, but not all students benefit equally.</a:t>
            </a:r>
            <a:r>
              <a:rPr lang="en" sz="3000">
                <a:solidFill>
                  <a:schemeClr val="dk2"/>
                </a:solidFill>
                <a:latin typeface="Open Sans Medium"/>
                <a:ea typeface="Open Sans Medium"/>
                <a:cs typeface="Open Sans Medium"/>
                <a:sym typeface="Open Sans Medium"/>
              </a:rPr>
              <a:t> </a:t>
            </a:r>
            <a:endParaRPr sz="3000">
              <a:solidFill>
                <a:schemeClr val="dk2"/>
              </a:solidFill>
              <a:latin typeface="Open Sans Medium"/>
              <a:ea typeface="Open Sans Medium"/>
              <a:cs typeface="Open Sans Medium"/>
              <a:sym typeface="Open Sans Medium"/>
            </a:endParaRPr>
          </a:p>
          <a:p>
            <a:pPr indent="-419100" lvl="0" marL="457200" rtl="0" algn="l">
              <a:spcBef>
                <a:spcPts val="0"/>
              </a:spcBef>
              <a:spcAft>
                <a:spcPts val="0"/>
              </a:spcAft>
              <a:buClr>
                <a:schemeClr val="dk2"/>
              </a:buClr>
              <a:buSzPts val="3000"/>
              <a:buFont typeface="Open Sans Medium"/>
              <a:buChar char="●"/>
            </a:pPr>
            <a:r>
              <a:rPr lang="en" sz="3000">
                <a:solidFill>
                  <a:schemeClr val="dk2"/>
                </a:solidFill>
                <a:latin typeface="Open Sans Medium"/>
                <a:ea typeface="Open Sans Medium"/>
                <a:cs typeface="Open Sans Medium"/>
                <a:sym typeface="Open Sans Medium"/>
              </a:rPr>
              <a:t>Median earnings are notably lower for non-selective schools compared</a:t>
            </a:r>
            <a:r>
              <a:rPr lang="en" sz="3000">
                <a:solidFill>
                  <a:schemeClr val="dk2"/>
                </a:solidFill>
                <a:latin typeface="Open Sans Medium"/>
                <a:ea typeface="Open Sans Medium"/>
                <a:cs typeface="Open Sans Medium"/>
                <a:sym typeface="Open Sans Medium"/>
              </a:rPr>
              <a:t> </a:t>
            </a:r>
            <a:endParaRPr sz="3000">
              <a:solidFill>
                <a:schemeClr val="dk2"/>
              </a:solidFill>
              <a:latin typeface="Open Sans Medium"/>
              <a:ea typeface="Open Sans Medium"/>
              <a:cs typeface="Open Sans Medium"/>
              <a:sym typeface="Open Sans Medium"/>
            </a:endParaRPr>
          </a:p>
          <a:p>
            <a:pPr indent="-419100" lvl="0" marL="457200" rtl="0" algn="l">
              <a:spcBef>
                <a:spcPts val="0"/>
              </a:spcBef>
              <a:spcAft>
                <a:spcPts val="0"/>
              </a:spcAft>
              <a:buClr>
                <a:schemeClr val="dk2"/>
              </a:buClr>
              <a:buSzPts val="3000"/>
              <a:buFont typeface="Open Sans Medium"/>
              <a:buChar char="●"/>
            </a:pPr>
            <a:r>
              <a:rPr lang="en" sz="3000">
                <a:solidFill>
                  <a:schemeClr val="dk2"/>
                </a:solidFill>
                <a:latin typeface="Open Sans Medium"/>
                <a:ea typeface="Open Sans Medium"/>
                <a:cs typeface="Open Sans Medium"/>
                <a:sym typeface="Open Sans Medium"/>
              </a:rPr>
              <a:t>A positive correlation exists between SAT scores and earnings. However there is much overlap in earnings at the bottom end of the more prestigious schools distribution and the top end of the less prestigious schools distribution. </a:t>
            </a:r>
            <a:endParaRPr sz="3000">
              <a:solidFill>
                <a:schemeClr val="dk2"/>
              </a:solidFill>
              <a:latin typeface="Open Sans Medium"/>
              <a:ea typeface="Open Sans Medium"/>
              <a:cs typeface="Open Sans Medium"/>
              <a:sym typeface="Open Sans Medium"/>
            </a:endParaRPr>
          </a:p>
          <a:p>
            <a:pPr indent="-419100" lvl="0" marL="457200" rtl="0" algn="l">
              <a:spcBef>
                <a:spcPts val="0"/>
              </a:spcBef>
              <a:spcAft>
                <a:spcPts val="0"/>
              </a:spcAft>
              <a:buClr>
                <a:schemeClr val="dk2"/>
              </a:buClr>
              <a:buSzPts val="3000"/>
              <a:buFont typeface="Open Sans Medium"/>
              <a:buChar char="●"/>
            </a:pPr>
            <a:r>
              <a:rPr lang="en" sz="3000">
                <a:solidFill>
                  <a:schemeClr val="dk2"/>
                </a:solidFill>
                <a:latin typeface="Open Sans Medium"/>
                <a:ea typeface="Open Sans Medium"/>
                <a:cs typeface="Open Sans Medium"/>
                <a:sym typeface="Open Sans Medium"/>
              </a:rPr>
              <a:t>Institutional characteristics vary across institution type, but once again there is overlap.</a:t>
            </a:r>
            <a:endParaRPr sz="3000">
              <a:solidFill>
                <a:schemeClr val="dk2"/>
              </a:solidFill>
              <a:latin typeface="Open Sans Medium"/>
              <a:ea typeface="Open Sans Medium"/>
              <a:cs typeface="Open Sans Medium"/>
              <a:sym typeface="Open Sans Medium"/>
            </a:endParaRPr>
          </a:p>
        </p:txBody>
      </p:sp>
      <p:pic>
        <p:nvPicPr>
          <p:cNvPr id="85" name="Google Shape;85;p13" title="parallel_coords_slower.gif"/>
          <p:cNvPicPr preferRelativeResize="0"/>
          <p:nvPr/>
        </p:nvPicPr>
        <p:blipFill>
          <a:blip r:embed="rId6">
            <a:alphaModFix/>
          </a:blip>
          <a:stretch>
            <a:fillRect/>
          </a:stretch>
        </p:blipFill>
        <p:spPr>
          <a:xfrm>
            <a:off x="15010251" y="23406645"/>
            <a:ext cx="13644758" cy="8190850"/>
          </a:xfrm>
          <a:prstGeom prst="rect">
            <a:avLst/>
          </a:prstGeom>
          <a:noFill/>
          <a:ln>
            <a:noFill/>
          </a:ln>
        </p:spPr>
      </p:pic>
      <p:pic>
        <p:nvPicPr>
          <p:cNvPr id="86" name="Google Shape;86;p13" title="histograms_slower.gif"/>
          <p:cNvPicPr preferRelativeResize="0"/>
          <p:nvPr/>
        </p:nvPicPr>
        <p:blipFill>
          <a:blip r:embed="rId7">
            <a:alphaModFix/>
          </a:blip>
          <a:stretch>
            <a:fillRect/>
          </a:stretch>
        </p:blipFill>
        <p:spPr>
          <a:xfrm>
            <a:off x="16402226" y="7634201"/>
            <a:ext cx="10860811" cy="8688649"/>
          </a:xfrm>
          <a:prstGeom prst="rect">
            <a:avLst/>
          </a:prstGeom>
          <a:noFill/>
          <a:ln>
            <a:noFill/>
          </a:ln>
        </p:spPr>
      </p:pic>
      <p:pic>
        <p:nvPicPr>
          <p:cNvPr id="87" name="Google Shape;87;p13" title="image002-removebg-preview.png"/>
          <p:cNvPicPr preferRelativeResize="0"/>
          <p:nvPr/>
        </p:nvPicPr>
        <p:blipFill>
          <a:blip r:embed="rId8">
            <a:alphaModFix/>
          </a:blip>
          <a:stretch>
            <a:fillRect/>
          </a:stretch>
        </p:blipFill>
        <p:spPr>
          <a:xfrm>
            <a:off x="2645209" y="745575"/>
            <a:ext cx="3221650" cy="383365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